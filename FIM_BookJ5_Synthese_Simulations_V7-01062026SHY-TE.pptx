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J5  ·  Journée 5  ·  Certification FIDELIS × UNICEF France × SHY-Performance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Synthèse Générale &amp; Simulations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Certification FIM · Grille 24 critères · Quiz 40 questions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Journée 5 — Certification FIM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9144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
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8229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9692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Révision consolidée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8229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9144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Révision des 5 jours de formation · Quiz flash · Météo émotionnelle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087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6002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09h00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5087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1655063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Simulations d'appels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5087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16002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Script + objections + closing · Verrouillage chronométré · Jeux de rôle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945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2860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1945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3408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Débriefing collectif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1945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2860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Retour simulations · Célébration progrès · 3 apprentissages collectifs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803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9718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8803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30266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Grille 24 critères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8803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29718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Évaluation individuelle · Entretien formateur 5 min · Feedback personnalisé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5661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6576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5661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712463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40 questions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35661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6576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Évaluation finale théorique · Seuil 28/40 · Corrigé collectif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51960"/>
            <a:ext cx="1261872" cy="65836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343400"/>
            <a:ext cx="1225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
15h00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251960"/>
            <a:ext cx="2743200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3982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Remise certifications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251960"/>
            <a:ext cx="7598664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3434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Attestations FIM · Plan d'action terrain · 1er appel de production demain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Grille de Certification — 24 Critères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0467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Voici exactement ce sur quoi vous serez évalué(e) — aucune surprise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43000"/>
            <a:ext cx="393192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188720"/>
            <a:ext cx="3017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1143000"/>
            <a:ext cx="5687568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188720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 que vous devez démontrer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2624328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188720"/>
            <a:ext cx="2532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Catégorie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143000"/>
            <a:ext cx="713232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1887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143000"/>
            <a:ext cx="713232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1887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1143000"/>
            <a:ext cx="713232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70464" y="11887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47120" y="1143000"/>
            <a:ext cx="685800" cy="3200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01984" y="1188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48132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53619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1481328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153619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Respect des 5 règles d'accroche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81328"/>
            <a:ext cx="2624328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53619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4813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4813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0" y="14813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0" y="148132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180136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185623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1801368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18562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Présentation ALLO + écoute active + identification genre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801368"/>
            <a:ext cx="2624328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185623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18013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84080" y="18013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15600" y="18013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0" y="180136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12140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217627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2121408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21762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Ton chaleureux et naturel dès l'ouverture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121408"/>
            <a:ext cx="2624328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5664" y="217627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1214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21214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15600" y="21214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0" y="212140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44144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249631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" y="2441448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249631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Présentation de la cause malnutrition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2441448"/>
            <a:ext cx="262432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5664" y="249631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24414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84080" y="24414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15600" y="24414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0" y="244144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276148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281635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" y="2761488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6" y="281635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Explication des sachets RUTF avec précision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761488"/>
            <a:ext cx="262432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281635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27614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84080" y="27614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15600" y="27614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0" y="276148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308152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313639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4944" y="3081528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6" y="313639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Appel au soutien clair avec montant suggéré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3081528"/>
            <a:ext cx="262432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55664" y="313639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30815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84080" y="30815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15600" y="308152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0" y="308152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340156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345643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4944" y="3401568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" y="34564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don ponctuel → réorientation PA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3401568"/>
            <a:ext cx="262432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55664" y="345643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34015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84080" y="34015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15600" y="340156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247120" y="340156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4320" y="372160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3776472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944" y="3721608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8096" y="37764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indécis — relance constructive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3721608"/>
            <a:ext cx="262432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5664" y="3776472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52560" y="37216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784080" y="37216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15600" y="372160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47120" y="372160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4320" y="404164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0896" y="409651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4944" y="4041648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8096" y="409651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Validation coordonnées — mode paiement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4041648"/>
            <a:ext cx="2624328" cy="310896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55664" y="409651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52560" y="40416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84080" y="40416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515600" y="404164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247120" y="404164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4361688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10896" y="441655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4944" y="4361688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8096" y="441655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Accusé réception objections Cat.1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4361688"/>
            <a:ext cx="2624328" cy="31089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55664" y="441655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52560" y="43616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784080" y="43616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515600" y="4361688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47120" y="4361688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74320" y="468172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0896" y="473659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4944" y="468172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68096" y="473659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Argument financier + preuve concrète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00800" y="4681727"/>
            <a:ext cx="2624328" cy="31089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55664" y="473659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052560" y="46817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784080" y="46817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515600" y="46817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247120" y="468172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500176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10896" y="505663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4944" y="500176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68096" y="505663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Réorientation PA après refus ponctuel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0800" y="5001767"/>
            <a:ext cx="2624328" cy="31089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55664" y="505663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052560" y="50017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784080" y="50017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15600" y="50017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247120" y="500176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74320" y="532180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" y="537667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4944" y="532180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8096" y="537667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Réassurance IBAN / SEPA convaincante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0" y="5321807"/>
            <a:ext cx="2624328" cy="31089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55664" y="537667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052560" y="53218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784080" y="53218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515600" y="53218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247120" y="532180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74320" y="564184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10896" y="569671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4944" y="564184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8096" y="569671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Gestion calme des objections Cat.5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00800" y="5641847"/>
            <a:ext cx="2624328" cy="310896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55664" y="569671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052560" y="56418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784080" y="56418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515600" y="56418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247120" y="564184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" y="596188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10896" y="601675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4944" y="596188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096" y="601675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Ton chaleureux maintenu sur toute la durée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400800" y="5961887"/>
            <a:ext cx="2624328" cy="31089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55664" y="601675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52560" y="59618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784080" y="59618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515600" y="59618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247120" y="596188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4320" y="628192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10896" y="633679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4944" y="628192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68096" y="633679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Débit adapté — ni trop rapide, ni trop lent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400800" y="6281927"/>
            <a:ext cx="2624328" cy="31089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455664" y="633679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052560" y="62819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784080" y="62819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515600" y="62819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247120" y="628192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74320" y="660196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10896" y="665683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4944" y="660196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68096" y="665683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Absence d'hésitations et tics verbaux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400800" y="6601967"/>
            <a:ext cx="2624328" cy="31089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455664" y="665683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052560" y="66019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784080" y="66019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66019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247120" y="660196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74320" y="692200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10896" y="697687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94944" y="692200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8096" y="697687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Conviction sincère pour la mission UNICEF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400800" y="6922007"/>
            <a:ext cx="2624328" cy="31089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455664" y="697687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052560" y="69220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784080" y="69220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0515600" y="69220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247120" y="692200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" y="724204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10896" y="729691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94944" y="724204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68096" y="729691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Résilience après un refus direct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400800" y="7242047"/>
            <a:ext cx="2624328" cy="310896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455664" y="729691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052560" y="72420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784080" y="72420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515600" y="72420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247120" y="724204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74320" y="756208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0896" y="761695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C6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94944" y="756208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68096" y="761695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Respect des règles éthiques et RGPD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400800" y="7562087"/>
            <a:ext cx="2624328" cy="310896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455664" y="761695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Éthique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052560" y="75620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784080" y="75620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515600" y="756208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247120" y="756208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788212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10896" y="793699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94944" y="788212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68096" y="793699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Qualification conforme FIDELIS (DON/IND/REF)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400800" y="7882127"/>
            <a:ext cx="2624328" cy="310896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455664" y="793699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052560" y="78821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784080" y="78821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515600" y="788212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247120" y="788212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74320" y="820216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10896" y="825703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94944" y="820216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68096" y="825703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Nomination correcte du mode de validation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400800" y="8202167"/>
            <a:ext cx="2624328" cy="310896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455664" y="825703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052560" y="82021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784080" y="82021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515600" y="820216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247120" y="820216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74320" y="852220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10896" y="857707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94944" y="8522207"/>
            <a:ext cx="56875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68096" y="857707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Durée d'appel dans la norme (3–5 min)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400800" y="8522207"/>
            <a:ext cx="2624328" cy="310896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455664" y="857707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052560" y="85222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784080" y="85222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515600" y="852220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247120" y="852220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74320" y="8842247"/>
            <a:ext cx="393192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10896" y="8897111"/>
            <a:ext cx="33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94944" y="8842247"/>
            <a:ext cx="5687568" cy="31089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68096" y="8897111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Saisie coordonnées complète et exacte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400800" y="8842247"/>
            <a:ext cx="2624328" cy="310896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455664" y="8897111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052560" y="88422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84080" y="88422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515600" y="8842247"/>
            <a:ext cx="71323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247120" y="8842247"/>
            <a:ext cx="685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74320" y="9162287"/>
            <a:ext cx="8741663" cy="31089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84048" y="9235439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  /24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052560" y="9162287"/>
            <a:ext cx="2862072" cy="310896"/>
          </a:xfrm>
          <a:prstGeom prst="rect">
            <a:avLst/>
          </a:prstGeom>
          <a:solidFill>
            <a:srgbClr val="F0F7F7"/>
          </a:solidFill>
          <a:ln w="2540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144000" y="9235439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5050"/>
                </a:solidFill>
              </a:rPr>
              <a:t>__ / 24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9546335"/>
            <a:ext cx="11640312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11479" y="9619487"/>
            <a:ext cx="1136599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Certifié(e) FIM : ≥ 17/24  ·  ⚠ Complémentaire : 12–16/24  ·  🔄 Rattrapage J+15 : &lt; 12/24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Votre Plan d'Action — 4 Semaines Terrain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final — 40 questions en 6 parties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Partie A (Q1–Q8) : Connaissance UNICEF &amp; de la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Partie B (Q9–Q15) : Secteur associatif &amp; humanitaire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Partie C (Q16–Q22) : Script officiel &amp; règles d'accroche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Partie D (Q23–Q28) : KPI FIDELIS, nomenclature &amp;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 d'action — 4 semaines terrain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S1 (J+7) : 9 CU/H atteint et stable · 0 disqualification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S2 (J+14) : TX Transfo ≥ cible FIDELIS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S3 (J+21) : Premier PA IBAN à chaud validé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S4 (J+30) : Bilan formateur SHY-Performance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532120"/>
            <a:ext cx="11640312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60527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Bienvenue dans la famille SHY-Performance × FIDELIS × UNICEF France — Certifié(e) FIM.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J5  ·  Journée 5  ·  Certification FIDELIS × UNICEF France × 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