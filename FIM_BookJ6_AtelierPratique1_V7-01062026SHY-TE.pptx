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J6  ·  Atelier 1  ·  Mise en situation téléphonique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Atelier Pratique — Jour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Appels en conditions réelles simulées · Grille live · Débrief individuel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Aujourd'hui vous êtes en production simulée.
Vous appelez, vous gérez, vous closez — en temps réel, avec retour immédiat.
Objectif : atteindre 9 CU/H et votre premier PA validé avec verrouillage.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Atelier Pratique J6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914400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08h30
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822960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96926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Briefing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822960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914400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Rappel KPI · Répartition fichiers FIDELIS · Règles qualification · Rappel 3 phases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0472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81912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09h00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490472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1636775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Production simulée — Round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490472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1581912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Appels en binômes : 1 appelle, 1 observe avec grille. Rotation toutes les 30 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57984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24942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157984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304288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 Round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157984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249424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Analyse collective · 3 points forts / 3 axes · Écoute extraits · Verrouillage revu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25496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916936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825496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2971800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Production simulée — Round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825496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2916936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Appels individuels. Formateur écoute en silence, note grille 24 critères.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93008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584448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493008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639312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 complexes &amp; objections Cat.5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3493008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584448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Simulation avec objections conflictuelles · Escalade progressive · Closing difficile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60520"/>
            <a:ext cx="1261872" cy="64008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251959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14h30
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160520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306824"/>
            <a:ext cx="2578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Débrief final &amp;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160520"/>
            <a:ext cx="759866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251959"/>
            <a:ext cx="7406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Grilles individuelles restituées · Feedback personnalisé · Plan d'action J7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Grille d'Observation Live J6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 que le formateur observe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ALLO + écoute active + identification genre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Prénom AVANT nom de famille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3 phases respectées : Décollage / Vol / Atterrissage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Trame accroche 5 points appliquée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Max 2 objections après l'appel au don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565099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77824"/>
            <a:ext cx="5468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Indicateurs de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243584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307592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Verrouillage : question fermée posée ✓ / 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55648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819656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Closing : 'C'est formidable' valorisé ✓ / 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267712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31720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CU/H atteint (objectif ≥ 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779776"/>
            <a:ext cx="5650992" cy="49377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843784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Qualification correcte (DON/INDÉCIS/REFUS)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650992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3355848"/>
            <a:ext cx="5431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Durée appel dans la norme (3–5 min)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59552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632704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Après chaque appel : 1 force · 1 axe d'amélioration · 1 conseil actionnable.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Atelier Pratique Jour 6 —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