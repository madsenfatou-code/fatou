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J7  ·  Atelier 2  ·  Certification &amp; Déploiement terrain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Atelier Pratique — Jour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Perfectionnement · Certification Finale · Prise de Poste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Aujourd'hui c'est votre dernier jour de formation.
Vous validez votre certification FIM finale et vous construisez
votre plan de prise de poste opérationnel dès demain.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Programme Atelier Perfectionnement J7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914400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08h30
09h30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822960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969264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Révision ciblée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822960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914400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Points faibles identifiés en J6 · Verrouillage · Objections Cat.5 · Règles de prélèvement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90472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1581912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09h30
11h00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490472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1636775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Simulation finale certifiante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1490472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1581912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Appel complet · Grille 24 critères · Évaluateur externe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57984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2249424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11h00
11h30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2157984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2304288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Résultats &amp; Débriefing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2157984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2249424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Scores certifiants · Feedback individuel · Attestation FIM remise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25496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2916936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11h30
12h30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2825496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2971800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Quiz 40 questions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2825496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25696" y="2916936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Évaluation finale théorique · Seuil 28/40 · Corrigé collectif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93008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3584448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13h30
14h30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3493008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0" y="3639312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Plan de prise de poste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5968" y="3493008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3584448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Construction plan J+0 à J+30 : objectifs semaine 1 à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160520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4251959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14h30
15h30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4160520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0" y="4306824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Cérémonie de clôture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5968" y="4160520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5696" y="4251959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Remise des certifications · Engagement public · Votre premier appel demain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Analyse des Écarts — Recommandations Pédagogiques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77824"/>
            <a:ext cx="5468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Écarts identifiés vs standards UNICEF Paris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4358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307592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Durée formation : FIM = 5J · Standard UNICEF = 7J (J6+J7 ajoutés)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819656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Simulation terrain réelle : absente avant J6 — intégrée ici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6771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331720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Quiz théorique : absent de V5 · 40 questions intégrées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79776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843784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Feedback individuel structuré : grille 24 critères formalisée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91840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355848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Verrouillage &amp; closing : non enseigné avant V7 — intégré J4+J6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877824"/>
            <a:ext cx="5468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Recommandations intégrées V7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24358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307592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2 journées d'ateliers pratiques ajoutées (J6 + J7)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75564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819656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Script accueil corrigé : ALLO + écoute active + prénom d'abord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226771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331720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3 phases d'appel (Décollage/Vol/Atterrissage) formalisées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779776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2843784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Trame accroche 5 points + règle 60s + règle 2 objections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3291840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3355848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Règles de prélèvement (date du 04) intégrées en J3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559552"/>
            <a:ext cx="11640312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5632704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Ces recommandations s'appuient sur les standards UNICEF Paris (protocole FIDELIS 2025) et les bonnes pratiques du secteur.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Votre Plan de Prise de Poste — J+0 à J+30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2249424" cy="53035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41248"/>
            <a:ext cx="206654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J+0
Demain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53312"/>
            <a:ext cx="2249424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444752"/>
            <a:ext cx="1993392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Premier appel de production
9 CU/H dès J1
Qualification FIDELIS conforme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822960"/>
            <a:ext cx="2249424" cy="5303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841248"/>
            <a:ext cx="206654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SEMAINE 1
J+7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15184" y="1353312"/>
            <a:ext cx="2249424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1444752"/>
            <a:ext cx="1993392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TX Transfo ≥ cible FIDELIS
Verrouillage sur chaque appel
Feedback formateur J+7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822960"/>
            <a:ext cx="2249424" cy="53035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841248"/>
            <a:ext cx="206654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SEMAINE 2
J+14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1353312"/>
            <a:ext cx="2249424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1444752"/>
            <a:ext cx="1993392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0 objection Cat.5 non gérée
Premier PA IBAN à chaud
Point superviseur FIDELIS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822960"/>
            <a:ext cx="2249424" cy="5303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841248"/>
            <a:ext cx="206654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SEMAINE 3
J+21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1353312"/>
            <a:ext cx="2249424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8" y="1444752"/>
            <a:ext cx="1993392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Autonomie complète script
PDC mensuel en bonne voie
Autoévaluation grille 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37776" y="822960"/>
            <a:ext cx="2249424" cy="53035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9216" y="841248"/>
            <a:ext cx="206654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SEMAINE 4
J+30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7776" y="1353312"/>
            <a:ext cx="2249424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5792" y="1444752"/>
            <a:ext cx="1993392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Bilan formateur SHY-Performance
Révision objectifs M2
Certification terrain confirmée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559552"/>
            <a:ext cx="11640312" cy="42062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5632704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Votre formateur SHY-Performance vous contacte à J+15 et J+30. À J+90 : analyse KPI terrain FIDELIS × UNICEF France.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Atelier Pratique Jour 7 — Certification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SHY-Performance  ·  Formation FIM  ·  UNICEF France  ·  V7-01062026SHY-TE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