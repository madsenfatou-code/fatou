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7744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218895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BOOK J1 · Journée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Fondations &amp;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DEEEE"/>
                </a:solidFill>
              </a:rPr>
              <a:t>Ancrage identitaire du fundraiser · Valeurs · Posture · Raison d'agir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SHY-Performance · V6-01062026SHY-TE · Référentiel UM6P/CMC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Objectifs &amp; Séquence Kolb — Journée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Objectifs V6 — Bloom Niv. 1–3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Contenu clé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Nommer les missions et valeurs de l'UNICEF au Maroc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Expliquer le cadre éthique et juridique de la collecte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Démontrer la posture physique et vocale d'un fundraiser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Différencier don ponctuel et engagement mensuel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Qu'est-ce qu'un fundraiser de rue ? Rôle et légitimité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Mission UNICEF Maroc — chiffres 2024–2026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Cadre légal Maroc (Loi 75-00) + déontologie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Posture corporelle, contact visuel, ton de voix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160520"/>
            <a:ext cx="2882646" cy="2560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EC — Expérience Concrète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Visionnage témoignage bénéficiaire UNICEF (3 min) + réaction individuelle notée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84397" y="4160520"/>
            <a:ext cx="2882646" cy="256032"/>
          </a:xfrm>
          <a:prstGeom prst="rect">
            <a:avLst/>
          </a:prstGeom>
          <a:solidFill>
            <a:srgbClr val="4CA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30117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OR — Observation Réfléchie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4397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4CA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5837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Débriefing : 'Qu'avez-vous ressenti ? Qu'auriez-vous dit ?'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4475" y="4160520"/>
            <a:ext cx="2882646" cy="256032"/>
          </a:xfrm>
          <a:prstGeom prst="rect">
            <a:avLst/>
          </a:prstGeom>
          <a:solidFill>
            <a:srgbClr val="F4A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0195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CA — Conceptualisation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4475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4AE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85915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Apport : structure UNICEF, chiffres clés, cadre légal Maroc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4554" y="4160520"/>
            <a:ext cx="2882646" cy="256032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0274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EA — Expérimentation Active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04554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5994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Jeu de rôle : 'Expliquez la mission UNICEF en 60 secondes'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486400"/>
            <a:ext cx="11612880" cy="2743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52297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🎯 Évaluation formative J1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Pitch 60s — grille C1+C2+C7 (formateur + auto-éval)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Quiz 5Q chiffres UNICEF — seuil 60%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Réflexion écrite 5 lignes dans le LFI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UNICEF Maroc &amp; International — Chiffres clés 2024–2026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68680"/>
            <a:ext cx="1920240" cy="10058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961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190+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813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DEEEE"/>
                </a:solidFill>
              </a:rPr>
              <a:t>pays où l'UNICEF est présent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79" y="868680"/>
            <a:ext cx="1920240" cy="10058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8961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200M+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4813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DEEEE"/>
                </a:solidFill>
              </a:rPr>
              <a:t>enfants aidés chaque année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868680"/>
            <a:ext cx="1920240" cy="10058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8961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46M€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4813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DEEEE"/>
                </a:solidFill>
              </a:rPr>
              <a:t>budget UNICEF Maroc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868680"/>
            <a:ext cx="1920240" cy="10058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8961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3,2M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4813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DEEEE"/>
                </a:solidFill>
              </a:rPr>
              <a:t>enfants bénéficiaires au Maroc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868680"/>
            <a:ext cx="1920240" cy="10058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8961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72%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4813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DEEEE"/>
                </a:solidFill>
              </a:rPr>
              <a:t>fonds issus des dons privés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04120" y="868680"/>
            <a:ext cx="1920240" cy="10058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89611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15 DH/jour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14813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DEEEE"/>
                </a:solidFill>
              </a:rPr>
              <a:t>coût d'1 kit de survie enfant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20116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Message clé fundraiser : 'Un don de 100 DH/mois = 6 enfants protégés par an'
Cadre légal : Loi 75-00 sur les associations · Agrément préfectoral · Reçu fiscal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297180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050"/>
                </a:solidFill>
              </a:rPr>
              <a:t>Activité — L'ascenseur de mission (Bloom 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291840"/>
            <a:ext cx="22402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337560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1. Lire seul le brief mission (3 min)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3291840"/>
            <a:ext cx="22402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37560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2. Formuler son pitch 60s (5 min)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291840"/>
            <a:ext cx="22402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59" y="3337560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3. Présenter à son binôme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3291840"/>
            <a:ext cx="22402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59" y="3337560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4. Feedback pair : 1 force + 1 conseil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20" y="3291840"/>
            <a:ext cx="22402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60" y="3337560"/>
            <a:ext cx="2057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5. Améliorer et re-présenter (5 min)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411480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Debate (Bloom 5) : 'Le don mensuel régulier est-il éthique ?'
2 équipes · 5 min préparation · 10 min débat · 5 min synthèse formateur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49834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050"/>
                </a:solidFill>
              </a:rPr>
              <a:t>🔗 Lien identitaire : cartographie mentale valeurs personnelles ↔ valeurs UNICEF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