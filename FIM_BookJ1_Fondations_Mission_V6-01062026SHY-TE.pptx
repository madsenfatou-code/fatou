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53035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93268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J1  ·  Journée 1  ·  UNICEF France × SHY-Performance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20700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Fondations &amp;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0195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Votre identité de fundraiser · La cause · Votre raison d'agir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45720"/>
            <a:ext cx="822960" cy="80467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Aujourd'hui vous ancrez votre identité de fundraiser téléphonique.
Vous comprenez la mission UNICEF, les KPI de production et la nomenclature
qui structurera chacune de vos journées de travail.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Journée 1 — Ce que vous allez vivre aujourd'hui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910078" cy="29260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IMMERSION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Vous entendez le témoignage
d'un enfant bénéficiaire UNICEF.
Notez ce que vous ressentez.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2686" y="804672"/>
            <a:ext cx="2910078" cy="29260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4126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ÉCHANGE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2686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2414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En groupe : 'Qu'avez-vous
ressenti ? Qu'est-ce qui vous
a le plus touché 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804672"/>
            <a:ext cx="2910078" cy="292608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1052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0780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Mission UNICEF · KPI FIDELIS
Nomenclature DON/INDÉCIS/REFUS
Organisation de la journée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9418" y="804672"/>
            <a:ext cx="2910078" cy="29260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0858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MISE EN PRATIQUE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418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9146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Vous expliquez la mission
UNICEF en 60 secondes
à votre binôme — sans notes.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596128"/>
            <a:ext cx="11640312" cy="25603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632704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Vos 3 réussites à valider aujourd'hui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Pitch mission 60s validé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54423" y="5870448"/>
            <a:ext cx="3843528" cy="502920"/>
          </a:xfrm>
          <a:prstGeom prst="rect">
            <a:avLst/>
          </a:prstGeom>
          <a:solidFill>
            <a:srgbClr val="F0F7F7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4152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Quiz 5 questions UNICEF (seuil 60%)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528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4256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3 lignes dans votre livret personnel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L'UNICEF — La Cause que Vous Défendez par Téléphone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1946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Fondation de
l'UNICEF (ONU)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9424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pays où l'UNICEF
est présent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des enfants du monde
vaccinés par l'UNICEF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92g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poids d'1 sachet RUTF
traitement malnutrition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4736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 princ.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Humanité
Impartialité
Neutralité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40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Loi 1901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Cadre juridique
associatif français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1938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555"/>
                </a:solidFill>
              </a:rPr>
              <a:t>La cause centrale de la campagne 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267712"/>
            <a:ext cx="109728" cy="74980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2336" y="2267712"/>
            <a:ext cx="11512296" cy="74980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" y="2340864"/>
            <a:ext cx="11237976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La malnutrition aigüe sévère — 1 enfant meurt de faim toutes les 11 secondes dans le monde.
Les sachets RUTF (92g) permettent à un enfant sévèrement malnutri de guérir en 6 à 8 semaines.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320040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555"/>
                </a:solidFill>
              </a:rPr>
              <a:t>Les KPI qui structurent votre journée de production 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47872"/>
            <a:ext cx="1920240" cy="98755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3566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CU/H ≥ 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059936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Contacts Utiles
par heure minimum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49424" y="3547872"/>
            <a:ext cx="1920240" cy="98755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40864" y="3566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TX Transfo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40864" y="4059936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% PEL+PA
parmi les CU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24528" y="3547872"/>
            <a:ext cx="1920240" cy="98755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3566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PDC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4059936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Plan de Charge
mensuel FIDELIS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3547872"/>
            <a:ext cx="1920240" cy="98755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3566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1072" y="4059936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Contact qui accepte
le don régulier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74736" y="3547872"/>
            <a:ext cx="1920240" cy="98755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66176" y="3566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INDÉCIS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6176" y="4059936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Contact à relancer
après réflexion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49840" y="3547872"/>
            <a:ext cx="1920240" cy="98755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41280" y="3566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REFUS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4059936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Contact qui refuse
définitivement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4681728"/>
            <a:ext cx="11640312" cy="56692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79" y="4754880"/>
            <a:ext cx="1136599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Organisation journée de production : 9h30–17h30  ·  6h40 de production effective
Opérations Conquête (nouveaux prospects) vs Fidélisation / Réactivation (anciens donateurs)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Votre Posture Vocale — Ce que le Donateur Perçoit en 3 Secondes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5650992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850392"/>
            <a:ext cx="5468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Ce qui crée la confiance dès l'accroche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152144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1207008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Sourire audible dès le mot 'Bonjour' — le prospect l'entend vraiment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72768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1627632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Ton chaleureux et naturel — ni trop commercial, ni trop distant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993392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" y="2048256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Débit posé : 130–150 mots/minute — pas de précipitation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414016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" y="2468880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Articulation claire — chaque mot compte au téléphone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834640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2889504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Conviction sincère — vous croyez en la mission UNICEF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804672"/>
            <a:ext cx="5650992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850392"/>
            <a:ext cx="5468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Ce qui fait raccrocher le donateur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1152144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1207008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Voix monocorde ou mécanique — lecture évidente du script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572768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1627632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Débit trop rapide — le prospect décroche mentalement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5352" y="1993392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2048256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Hésitations répétées : 'euh…', 'donc…', 'voilà…'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352" y="2414016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2468880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Ton défensif face aux premières objections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45352" y="2834640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889504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Manque d'énergie — s'entend même à travers le téléphone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504688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79" y="5577840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Exercice : Lisez votre script à voix haute en souriant physiquement. Enregistrez-vous 60 secondes. Réécoutez. Qu'est-ce que vous changeriez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