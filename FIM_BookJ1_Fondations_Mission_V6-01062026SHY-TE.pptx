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7712"/>
            <a:ext cx="12188952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"/>
            <a:ext cx="292608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"/>
            <a:ext cx="36576" cy="6583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EEEE"/>
                </a:solidFill>
              </a:rPr>
              <a:t>BOOK J1  ·  Journée 1  ·  Identité &amp; Valeurs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60120"/>
            <a:ext cx="11521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Fondations &amp;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0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Qui êtes-vous ? Pourquoi êtes-vous là ? Quelle est votre mission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Aujourd'hui, vous allez ancrer votre identité de fundraiser.
Vous comprendrez la cause que vous défendez, les valeurs qui vous guident
et la posture qui fait toute la différence sur le terrain.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Journée 1 — Ce que vous allez vivre aujourd'hui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91007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DÉCOUVERTE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Vous regardez le témoignage
d'un enfant bénéficiaire.
Notez ce que vous ressentez.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2686" y="804672"/>
            <a:ext cx="2910078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ÉCHANGE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2686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2414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En groupe : 'Qu'avez-vous
ressenti ? Qu'auriez-vous
dit à cet instant 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1052" y="804672"/>
            <a:ext cx="2910078" cy="274320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1052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80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L'UNICEF en chiffres.
La cause. Le cadre.
Vos droits et devoirs.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9418" y="804672"/>
            <a:ext cx="2910078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2570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MISE EN PRATIQUE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9418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9146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Vous présentez la mission
UNICEF en 60 secondes
à votre binôme.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40312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11149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Vos 3 réussites à valider aujourd'hui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Pitch 60s évalué avec votre formateur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4423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5863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Quiz 5 questions UNICEF (seuil 60%)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527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7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3 lignes dans votre livret personnel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L'UNICEF — La cause que vous défendez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1920240" cy="98755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190+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08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pays où l'UNICEF
est présent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804672"/>
            <a:ext cx="1920240" cy="98755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822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408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enfants aidés
chaque année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804672"/>
            <a:ext cx="1920240" cy="98755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822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830M€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408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collectés en France
en 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804672"/>
            <a:ext cx="1920240" cy="98755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822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408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des fonds viennent
des dons privés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04672"/>
            <a:ext cx="1920240" cy="98755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22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3€/j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408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coût d'1 journée
d'alimentation enfant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20" y="804672"/>
            <a:ext cx="1920240" cy="98755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822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1408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EEEE"/>
                </a:solidFill>
              </a:rPr>
              <a:t>des dons affectés
directement aux programmes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920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55"/>
                </a:solidFill>
              </a:rPr>
              <a:t>Ce que vous dites à chaque donateur 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86000"/>
            <a:ext cx="11640312" cy="7498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2359152"/>
            <a:ext cx="1136599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« Un don de 10€/mois, c'est 30 centimes par jour — moins qu'un café.
En 1 an, vous offrez à 6 enfants l'accès à l'eau potable, à la nutrition et aux soins. 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86000"/>
            <a:ext cx="109728" cy="7498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21868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55"/>
                </a:solidFill>
              </a:rPr>
              <a:t>Votre activité : L'ascenseur de mission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84448"/>
            <a:ext cx="22494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639312"/>
            <a:ext cx="20299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① Lisez seul
le brief mission
(3 min)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584448"/>
            <a:ext cx="22494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0048" y="3639312"/>
            <a:ext cx="20299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② Formulez
votre pitch 60s
(5 min)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584448"/>
            <a:ext cx="22494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39312"/>
            <a:ext cx="20299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③ Présentez à
votre binôme
(60 sec)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584448"/>
            <a:ext cx="22494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2048" y="3639312"/>
            <a:ext cx="20299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④ Feedback pair :
1 force + 1 conseil
(3 min)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3584448"/>
            <a:ext cx="22494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3639312"/>
            <a:ext cx="20299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⑤ Améliorez et
représentez
(5 min)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709160"/>
            <a:ext cx="11640312" cy="3840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4782312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Éthique fundraiser : Vous représentez l'UNICEF. Badge visible en permanence. Aucune pression sur le donateur. Respect total du refus.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Votre Posture de Fundraiser — Ce que le donateur perçoit en 7 secondes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22960"/>
            <a:ext cx="5669280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868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 qui fait une accroche réussie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822960"/>
            <a:ext cx="5669280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868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 qui fait fuir le donateur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07008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2618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Contact visuel direct et souriant — avant de parler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27632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168249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Corps ouvert, pieds parallèles, bras détendus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48256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10312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Ton de voix chaleureux et assuré — ni trop fort, ni trop doux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52374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Question ouverte qui invite à s'arrêter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9504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294436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Énergie positive constante — même après le 10ème refus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207008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12618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Regard fuyant ou insistant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627632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168249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Corps en tension, bras croisés ou agités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048256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210312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Formule d'excuse : 'Excusez-moi de vous déranger…'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468880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252374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Question fermée : 'Vous avez 2 minutes ?' (réponse attendue : Non)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889504"/>
            <a:ext cx="5669280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294436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Débuter par 'Je vais vous parler d'argent…'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86400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555955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Exercice miroir : Entraînez-vous 2 minutes devant votre téléphone en mode selfie. Regardez votre propre accroche. Qu'est-ce que vous changeriez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