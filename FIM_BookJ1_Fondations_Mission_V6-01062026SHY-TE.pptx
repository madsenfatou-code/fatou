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937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J1  ·  Journée 1  ·  UNICEF France × SHY-Performance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Fondations &amp;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Votre identité de fundraiser · La cause · Votre raison d'agir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1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IMMERSION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Témoignage bénéficiaire UNICEF.
Notez ce que vous ressentez.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ÉCHANGE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En groupe : 'Qu'est-ce qui vous
a le plus touché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Mission UNICEF · KPI FIDELIS
Nomenclature · Organisation journée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MISE EN PRATIQUE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Pitch mission 60 secondes
à votre binôme — sans notes.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À retenir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Pitch mission 60s validé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Quiz 5Q UNICEF (seuil 60%)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3 lignes LFI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L'UNICEF &amp; La Cause — Vos Arguments de Conviction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1946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Fondation UNICEF
(ONU)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9424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pays présents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enfants du monde
vaccinés par l'UNICEF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92g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poids sachet RUTF
malnutrition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4736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 princ.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Humanité
Impartialité
Neutralité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40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822960"/>
            <a:ext cx="1737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 CU/H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votre objectif
quotidien minimum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1920240"/>
            <a:ext cx="11640312" cy="6583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79" y="1993392"/>
            <a:ext cx="11365992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La cause centrale : Malnutrition aigüe sévère — 1 enfant meurt de faim toutes les 11 secondes.
Les sachets RUTF (92g) permettent à un enfant malnutri de guérir en 6 à 8 semaines.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697480"/>
            <a:ext cx="11640312" cy="5669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2770632"/>
            <a:ext cx="1136599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Votre posture vocale : Sourire audible dès le mot 'Bonjour' · Débit posé · Ton chaleureux · Conviction sincère — vous croyez en la mission UNICEF que vous représentez.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79" y="347472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Exercice : Lisez votre script à voix haute en souriant physiquement. Enregistrez-vous 60 sec. Réécoutez. Qu'est-ce que vous changeriez 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77639"/>
            <a:ext cx="1920240" cy="9601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3995928"/>
            <a:ext cx="17739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CU/H ≥ 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" y="448056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Contacts Utiles/h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3977639"/>
            <a:ext cx="1920240" cy="9601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22576" y="3995928"/>
            <a:ext cx="17739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TX Transfo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22576" y="448056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% PEL+PA parmi CU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24528" y="3977639"/>
            <a:ext cx="1920240" cy="9601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97680" y="3995928"/>
            <a:ext cx="17739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PDC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448056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Plan de Charge mensuel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3977639"/>
            <a:ext cx="1920240" cy="9601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3995928"/>
            <a:ext cx="17739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448056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 qui accepte le 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74736" y="3977639"/>
            <a:ext cx="1920240" cy="9601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47888" y="3995928"/>
            <a:ext cx="17739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INDÉCIS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8" y="448056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 à relancer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149840" y="3977639"/>
            <a:ext cx="1920240" cy="9601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22992" y="3995928"/>
            <a:ext cx="17739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REFUS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22992" y="448056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Contact qui refuse définitivement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74920"/>
            <a:ext cx="11640312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79" y="5148072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Organisation journée : 9h30–17h30 · 6h40 production effective · Conquête vs Fidélisation/Réactivation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1097280"/>
            <a:ext cx="3931920" cy="3931920"/>
          </a:xfrm>
          <a:prstGeom prst="ellipse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Merci à Tous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EEE"/>
                </a:solidFill>
              </a:rPr>
              <a:t>Votre engagement fait la différence pour les enfants du monde entier.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4612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DDDD"/>
                </a:solidFill>
              </a:rPr>
              <a:t>BOOK J1  ·  Journée 1  ·  UNICEF France × SHY-Performance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39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DDDD"/>
                </a:solidFill>
              </a:rPr>
              <a:t>« Le refus d'aujourd'hui peut être le don de demain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7200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DDDD"/>
                </a:solidFill>
              </a:rPr>
              <a:t>SHY-Performance  ·  Formation FIM  ·  UNICEF France  ·  V6-01062026SHY-TE</a:t>
            </a:r>
          </a:p>
        </p:txBody>
      </p:sp>
      <p:pic>
        <p:nvPicPr>
          <p:cNvPr id="12" name="Picture 11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120640"/>
            <a:ext cx="914400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03504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