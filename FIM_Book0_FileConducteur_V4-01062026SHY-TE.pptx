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24321" cy="1097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KIT FIM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FILE CONDUCTEUR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Guide d'utilisation du kit de formation FIM
Formation Initiale Module — Fundraiser UNICEF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Présentation du Kit de Formation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7 documents composent ce kit de formation complet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Book 0 — File Conducteur (ce document) : guide d'utilisation globale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Book 1 — Synopsis &amp; Objectifs Pédagogiques : cadre et vision de la formation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Book J1 — Fondations &amp; Mission : KPIs, nomenclature, script accroche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Book J2 — Monde Associatif &amp; Humanitaire : contexte, loi 1901, UNICEF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Book J3 — Analyse et Lecture du Script : décryptage phrase par phrase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Book J4 — Traitement des Objections : 15 objections, méthode AAR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Book J5 — Synthèse Générale &amp; Simulations : évaluation finale, quiz 40Q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Qui forme ? Qui est formé ?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1572768"/>
            <a:ext cx="351434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351434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3514344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45336"/>
            <a:ext cx="351434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39112"/>
            <a:ext cx="35143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4D4D"/>
                </a:solidFill>
                <a:latin typeface="Calibri"/>
              </a:rPr>
              <a:t>DONNEUR D'ORDRE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651760"/>
            <a:ext cx="296570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333146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FIDELIS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Mandataire officiel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Campagne UNICEF France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Pilotage &amp; conformité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9872" y="1572768"/>
            <a:ext cx="351434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5864" y="1508760"/>
            <a:ext cx="351434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5864" y="1508760"/>
            <a:ext cx="3514344" cy="5029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5864" y="1545336"/>
            <a:ext cx="351434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5864" y="2039112"/>
            <a:ext cx="35143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8080"/>
                </a:solidFill>
                <a:latin typeface="Calibri"/>
              </a:rPr>
              <a:t>OPÉRATEUR TERRAIN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0184" y="2651760"/>
            <a:ext cx="296570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37304" y="2697480"/>
            <a:ext cx="333146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SHY-Performance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Centre de collecte téléphonique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Formation &amp; encadrement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Supervision qualité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7096" y="1572768"/>
            <a:ext cx="351434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43088" y="1508760"/>
            <a:ext cx="351434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43088" y="1508760"/>
            <a:ext cx="3514344" cy="502920"/>
          </a:xfrm>
          <a:prstGeom prst="rect">
            <a:avLst/>
          </a:prstGeom>
          <a:solidFill>
            <a:srgbClr val="0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43088" y="1545336"/>
            <a:ext cx="351434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3088" y="2039112"/>
            <a:ext cx="35143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7070"/>
                </a:solidFill>
                <a:latin typeface="Calibri"/>
              </a:rPr>
              <a:t>PUBLIC CIBLE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17408" y="2651760"/>
            <a:ext cx="296570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34528" y="2697480"/>
            <a:ext cx="333146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Fundraisers juniors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Nouveaux entrants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Minimum niveau Bac, excellent niveau de langue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Aucun prérequis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303520"/>
            <a:ext cx="11274552" cy="82296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303520"/>
            <a:ext cx="11274552" cy="3657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📅 5 JOURS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Formation intensive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75838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75838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👤 8 – 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75838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Fundraisers par session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4476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4476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⏱ 6h40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4476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Production effective/jour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13114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13114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🎓 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3114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Prérequis requis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Comment utiliser ce kit ?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Chaque book jour est autonome — il peut être utilisé seul pour un rappel ciblé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Le Book 1 Synopsis sert de document de référence permanent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Les slides de quiz (Book J5) sont prêtes à l'emploi pour tout nouvel apprenant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Les jeux de rôle sont signalés par le picto 🎭 — prévoir binômes à l'avance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Les slides 'MANTRA' sont à laisser affichées pendant les exercices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La grille d'observation formateur est à imprimer avant chaque journée J3–J5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Code Couleur &amp; Légende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🟦 Bandeau TEAL #008080 — slide de contenu standard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🟥 Encart ROUGE — point d'attention critique, règle obligatoire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⬜ Fond blanc / teal clair — exercice pratique ou définition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★ Slide MANTRA — citation à mémoriser, laisser affichée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🎭 Jeu de rôle — exercice en binôme ou groupe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📊 Grille d'évaluation — outil formateur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❓ Quiz — évaluation des connaissances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Planning Recommandé — 5 Jours de Formation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1572768"/>
            <a:ext cx="203545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203545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2035454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45336"/>
            <a:ext cx="203545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39112"/>
            <a:ext cx="203545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4D4D"/>
                </a:solidFill>
                <a:latin typeface="Calibri"/>
              </a:rPr>
              <a:t>FONDATIONS
&amp; MISSION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651760"/>
            <a:ext cx="148681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185257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KPIs &amp; Nomenclature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Script accroche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Types d'opérations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9h30 → 17h30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0982" y="1572768"/>
            <a:ext cx="203545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66974" y="1508760"/>
            <a:ext cx="203545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66974" y="1508760"/>
            <a:ext cx="2035454" cy="5029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6974" y="1545336"/>
            <a:ext cx="203545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6974" y="2039112"/>
            <a:ext cx="203545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8080"/>
                </a:solidFill>
                <a:latin typeface="Calibri"/>
              </a:rPr>
              <a:t>MONDE
ASSOCIATIF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41294" y="2651760"/>
            <a:ext cx="148681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58414" y="2697480"/>
            <a:ext cx="185257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Loi 1901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Histoire humanitaire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UNICEF &amp; Charte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9h30 → 17h30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49316" y="1572768"/>
            <a:ext cx="203545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85308" y="1508760"/>
            <a:ext cx="203545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5308" y="1508760"/>
            <a:ext cx="2035454" cy="502920"/>
          </a:xfrm>
          <a:prstGeom prst="rect">
            <a:avLst/>
          </a:prstGeom>
          <a:solidFill>
            <a:srgbClr val="0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5308" y="1545336"/>
            <a:ext cx="203545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5308" y="2039112"/>
            <a:ext cx="203545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7070"/>
                </a:solidFill>
                <a:latin typeface="Calibri"/>
              </a:rPr>
              <a:t>LECTURE
DU SCRIPT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59628" y="2651760"/>
            <a:ext cx="148681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6748" y="2697480"/>
            <a:ext cx="185257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7 étapes décryptées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Exercices intensifs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Jeux de rôle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9h30 → 17h30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7650" y="1572768"/>
            <a:ext cx="203545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03642" y="1508760"/>
            <a:ext cx="203545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03642" y="1508760"/>
            <a:ext cx="2035454" cy="502920"/>
          </a:xfrm>
          <a:prstGeom prst="rect">
            <a:avLst/>
          </a:prstGeom>
          <a:solidFill>
            <a:srgbClr val="00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03642" y="1545336"/>
            <a:ext cx="203545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3642" y="2039112"/>
            <a:ext cx="203545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6565"/>
                </a:solidFill>
                <a:latin typeface="Calibri"/>
              </a:rPr>
              <a:t>TRAITEMENT
OBJECTIONS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7962" y="2651760"/>
            <a:ext cx="148681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95082" y="2697480"/>
            <a:ext cx="185257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15 objections / 5 cat.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Méthode AAR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Simulations terrain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9h30 → 17h30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85984" y="1572768"/>
            <a:ext cx="203545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21976" y="1508760"/>
            <a:ext cx="203545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21976" y="1508760"/>
            <a:ext cx="2035454" cy="50292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21976" y="1545336"/>
            <a:ext cx="203545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21976" y="2039112"/>
            <a:ext cx="203545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5555"/>
                </a:solidFill>
                <a:latin typeface="Calibri"/>
              </a:rPr>
              <a:t>SYNTHÈSE &amp;
SIMULATIONS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96296" y="2651760"/>
            <a:ext cx="148681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13416" y="2697480"/>
            <a:ext cx="185257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Quiz 40 questions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Certifications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Félicitations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9h30 → 17h30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303520"/>
            <a:ext cx="11274552" cy="82296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5303520"/>
            <a:ext cx="11274552" cy="3657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🌅 9h30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Prise de poste + briefing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75838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75838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☕ 11h00 / 15h30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75838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Pauses matin &amp; après-midi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94476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94476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🍽 13h00–14h00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94476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Pause déjeuner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13114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13114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🏁 17h30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13114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Fin de journée officielle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