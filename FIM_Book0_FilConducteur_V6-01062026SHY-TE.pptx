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28600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67712"/>
            <a:ext cx="12188952" cy="7315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"/>
            <a:ext cx="2926080" cy="8229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18872"/>
            <a:ext cx="10972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4747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Performance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4592"/>
            <a:ext cx="36576" cy="65836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64592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EEEE"/>
                </a:solidFill>
              </a:rPr>
              <a:t>BOOK 0  ·  Fil Conducteur  ·  Document de parcours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960120"/>
            <a:ext cx="115214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Bienvenue dans la Formation FIM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EEEE"/>
                </a:solidFill>
              </a:rPr>
              <a:t>Fundraiser Impact Mission — Votre parcours de 5 jours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14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Ce livret est votre guide pour les 5 jours de formation.
Il contient votre planning, vos engagements et votre tableau de bord personnel.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03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555"/>
                </a:solidFill>
              </a:rPr>
              <a:t>Vous allez acquérir les compétences pour collecter des dons réguliers
au nom de l'UNICEF auprès de donateurs français engagés.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Vos 5 Journées — Ce qui vous attend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04672"/>
            <a:ext cx="228600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JOUR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152144"/>
            <a:ext cx="2286000" cy="100584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1188720"/>
            <a:ext cx="206654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Fondations
&amp; 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157984"/>
            <a:ext cx="228600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231136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Vous découvrez votre rôle,
les valeurs UNICEF
et votre posture.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33472" y="804672"/>
            <a:ext cx="228600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6624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JOUR 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1152144"/>
            <a:ext cx="2286000" cy="100584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1188720"/>
            <a:ext cx="206654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Le Monde
Associatif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3472" y="2157984"/>
            <a:ext cx="228600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Vous comprenez le don
régulier et l'impact
concret de chaque euro.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2624" y="804672"/>
            <a:ext cx="228600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65776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JOUR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92624" y="1152144"/>
            <a:ext cx="2286000" cy="100584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02352" y="1188720"/>
            <a:ext cx="206654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Votre Script
de Présentation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92624" y="2157984"/>
            <a:ext cx="228600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29784" y="2231136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Vous maîtrisez les
5 étapes pour convaincre
avec authenticité.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51775" y="804672"/>
            <a:ext cx="228600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24927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JOUR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152144"/>
            <a:ext cx="2286000" cy="100584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1503" y="1188720"/>
            <a:ext cx="206654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Gérer les
Objections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51775" y="2157984"/>
            <a:ext cx="228600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88936" y="2231136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Vous transformez chaque
refus en opportunité
d'engager le donateur.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710928" y="804672"/>
            <a:ext cx="2286000" cy="347472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80" y="832104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JOUR 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10928" y="1152144"/>
            <a:ext cx="2286000" cy="100584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0655" y="1188720"/>
            <a:ext cx="206654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Certification
&amp; Terrain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710928" y="2157984"/>
            <a:ext cx="2286000" cy="32461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48088" y="2231136"/>
            <a:ext cx="20116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Vous passez votre
certification FIM
et construisez votre plan.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532120"/>
            <a:ext cx="11640312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79" y="5605272"/>
            <a:ext cx="11365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35 heures de formation intensive + une journée terrain encadrée — Ratio pratique : 65%  ·  Théorie : 35%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Votre Contrat d'Engagement — Ce que vous vous engagez à faire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822960"/>
            <a:ext cx="566928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8686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Vos engagements en tant qu'apprenant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822960"/>
            <a:ext cx="5669280" cy="329184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8686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Ce que SHY-Performance s'engage à vous offrir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207008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1261872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Participer activement à toutes les mises en situation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627632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1682496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Compléter votre livret personnel chaque soir (5 min)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048256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6" y="2103120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Demander du feedback précis après chaque exercice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468880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2523744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Respecter la confidentialité des échanges du groupe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9504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" y="2944368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Arriver à l'heure — le groupe démarre ensemble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1207008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3096" y="1261872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 feedback individuel personnalisé chaque jour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1627632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1682496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Des exercices pratiques progressifs et sécurisants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5080" y="2048256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2103120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 formateur qui adapte le rythme à votre profil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2468880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3096" y="2523744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 suivi après la formation à J+15 et J+30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2889504"/>
            <a:ext cx="5669280" cy="402336"/>
          </a:xfrm>
          <a:prstGeom prst="rect">
            <a:avLst/>
          </a:prstGeom>
          <a:solidFill>
            <a:srgbClr val="F0F7F7"/>
          </a:solidFill>
          <a:ln w="508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2944368"/>
            <a:ext cx="5440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Une certification reconnue par les partenaires FIM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504688"/>
            <a:ext cx="11640312" cy="402336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79" y="5577840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Droit à l'erreur garanti — Chaque simulation ratée est un pas vers la maîtrise. Ici, l'erreur n'est pas une faute, c'est une information.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"/>
            <a:ext cx="12188952" cy="54864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" y="64008"/>
            <a:ext cx="685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SHY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91440"/>
            <a:ext cx="36576" cy="47548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91440"/>
            <a:ext cx="108813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Votre Livret Personnel — Votre journal de bord FIM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19672"/>
            <a:ext cx="121889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SHY-Performance  ·  Formation FIM  ·  V6-01062026SHY-TE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80467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555"/>
                </a:solidFill>
              </a:rPr>
              <a:t>Chaque soir, prenez 5 minutes pour compléter ces 4 points 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234440"/>
            <a:ext cx="548640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143560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1234440"/>
            <a:ext cx="110642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1289304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555"/>
                </a:solidFill>
              </a:rPr>
              <a:t>① Ce que j'ai réussi aujourd'hui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1581912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Notez 1 ou 2 moments concrets où vous avez senti la progression.
Ex : 'J'ai réussi mon accroche en moins de 12 secondes.'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194560"/>
            <a:ext cx="548640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" y="239572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2194560"/>
            <a:ext cx="11064240" cy="914400"/>
          </a:xfrm>
          <a:prstGeom prst="rect">
            <a:avLst/>
          </a:prstGeom>
          <a:solidFill>
            <a:srgbClr val="F0F7F7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2249424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555"/>
                </a:solidFill>
              </a:rPr>
              <a:t>② Ce qui m'a challengé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2542032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Décrivez une situation difficile et pourquoi elle vous a bloqué.
Ex : 'Quand le passant a dit "je n'ai pas les moyens", j'ai hésité.'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54680"/>
            <a:ext cx="548640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35584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154680"/>
            <a:ext cx="1106424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3209544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555"/>
                </a:solidFill>
              </a:rPr>
              <a:t>③ Mon insight du jour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" y="3502152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L'apprentissage que vous n'auriez pas pu anticiper en arrivant ce matin.
Ex : 'Le silence après la proposition est plus puissant qu'une relance.'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14800"/>
            <a:ext cx="548640" cy="9144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315968"/>
            <a:ext cx="51206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4114800"/>
            <a:ext cx="11064240" cy="914400"/>
          </a:xfrm>
          <a:prstGeom prst="rect">
            <a:avLst/>
          </a:prstGeom>
          <a:solidFill>
            <a:srgbClr val="F0F7F7"/>
          </a:solidFill>
          <a:ln w="63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0976" y="4169663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555"/>
                </a:solidFill>
              </a:rPr>
              <a:t>④ Mon engagement pour demain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0976" y="4462272"/>
            <a:ext cx="108813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A1A1A"/>
                </a:solidFill>
              </a:rPr>
              <a:t>1 comportement précis à changer ou renforcer dès demain matin.
Ex : 'Je vais maintenir le contact visuel pendant toute la proposition.'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074920"/>
            <a:ext cx="11640312" cy="38404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79" y="5148072"/>
            <a:ext cx="11365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Votre livret reste strictement personnel — il ne sera pas noté. C'est votre outil de progression, pas une évaluation.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