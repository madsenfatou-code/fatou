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53035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9326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0  ·  Fil Conducteur  ·  Document de parcours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070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Bienvenue dans la Formation FIM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01952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Fundraiser Impact Mission — UNICEF France × SHY-Performance × FIDELIS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45720"/>
            <a:ext cx="822960" cy="8046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Ce livret est votre guide pour les 5 jours de formation.
Il contient votre planning, vos engagements et votre tableau de bord personnel.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555"/>
                </a:solidFill>
              </a:rPr>
              <a:t>Vous allez maîtriser le script officiel UNICEF en 7 étapes, qualifier vos appels
selon la nomenclature FIDELIS et atteindre l'objectif de 9 CU/H minimum.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Vos 5 Journées — Ce qui vous attend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2286000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8321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JOUR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33856"/>
            <a:ext cx="2286000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161288"/>
            <a:ext cx="206654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Fondations
&amp; 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93976"/>
            <a:ext cx="22860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167128"/>
            <a:ext cx="2029968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Mission UNICEF · KPI (CU/H, TX Transfo, PDC) · Nomenclature FIDELIS · Organisation de la 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3472" y="804672"/>
            <a:ext cx="2286000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8321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JOUR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472" y="1133856"/>
            <a:ext cx="2286000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161288"/>
            <a:ext cx="206654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 Monde
Associatif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2093976"/>
            <a:ext cx="22860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2167128"/>
            <a:ext cx="2029968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Loi 1901 · Histoire humanitaire · Principes humanitaires · Don régulier · Label Don en Confiance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92624" y="804672"/>
            <a:ext cx="2286000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8321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JOUR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133856"/>
            <a:ext cx="2286000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1161288"/>
            <a:ext cx="206654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Analyse &amp;
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4" y="2093976"/>
            <a:ext cx="22860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167128"/>
            <a:ext cx="2029968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Script officiel UNICEF 7 étapes · 5 règles d'accroche · 4 modes de validation du don · Lecture à voix haute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5" y="804672"/>
            <a:ext cx="2286000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7" y="8321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JOUR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51775" y="1133856"/>
            <a:ext cx="2286000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3" y="1161288"/>
            <a:ext cx="206654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Traitement
des Objections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51775" y="2093976"/>
            <a:ext cx="22860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9792" y="2167128"/>
            <a:ext cx="2029968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15 objections · 5 catégories · Méthode AAR · Jeux de rôle · Grille formateur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10928" y="804672"/>
            <a:ext cx="2286000" cy="329184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0" y="83210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JOUR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10928" y="1133856"/>
            <a:ext cx="2286000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5" y="1161288"/>
            <a:ext cx="2066543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Synthèse &amp;
Certification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0928" y="2093976"/>
            <a:ext cx="22860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8944" y="2167128"/>
            <a:ext cx="2029968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Simulations d'appels complets · Grille 24 critères · Quiz 40 questions · Remise des certifications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532120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5605272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35 heures de formation intensive · Organisation journée production : 9h30–17h30 · 6h40 de production effective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Votre Contrat d'Engagement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Vos engagements en tant qu'apprenant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Participer activement à toutes les mises en situation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Compléter votre livret personnel chaque soir (5 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Demander un feedback précis après chaque exercice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Respecter la confidentialité des échanges du groupe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Arriver à l'heure — le groupe démarre ensemble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Ce que SHY-Performance s'engage à vous offrir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Un feedback individuel personnalisé chaque jour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Des exercices pratiques progressifs et bienveillants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Un formateur qui adapte le rythme à votre profil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Un suivi après la formation à J+15 et J+30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Une certification reconnue FIDELIS × UNICEF France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04688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577840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Droit à l'erreur garanti — Chaque simulation ratée est un pas vers la maîtrise. Mantra de la formation : « Le refus d'aujourd'hui peut être le don de demain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91440"/>
            <a:ext cx="36576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3160" y="914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Votre Livret Personnel — Journal de Bord Quotidien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0"/>
            <a:ext cx="822960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04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55"/>
                </a:solidFill>
              </a:rPr>
              <a:t>Chaque soir, 5 minutes pour compléter ces 4 points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07008"/>
            <a:ext cx="530352" cy="8961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389888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207008"/>
            <a:ext cx="11064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1261872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Ce que j'ai réussi aujourd'hui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1545336"/>
            <a:ext cx="10881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Notez 1 ou 2 moments où vous avez senti la progression.
Ex : 'J'ai appliqué les 5 règles d'accroche sans hésitation.'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39696"/>
            <a:ext cx="530352" cy="8961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2322576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139696"/>
            <a:ext cx="11064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1945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Ce qui m'a challengé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478024"/>
            <a:ext cx="10881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Une situation difficile et pourquoi elle vous a bloqué.
Ex : 'Quand le prospect a dit "arnaque", j'ai manqué la reformulation.'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72384"/>
            <a:ext cx="530352" cy="8961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255264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072384"/>
            <a:ext cx="11064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12724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Mon insight du jour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410712"/>
            <a:ext cx="10881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L'apprentissage que vous n'auriez pas pu anticiper ce matin.
Ex : 'La pause après la proposition vaut mieux qu'une relance immédiate.'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005072"/>
            <a:ext cx="530352" cy="89611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4187952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005072"/>
            <a:ext cx="110642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059935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555"/>
                </a:solidFill>
              </a:rPr>
              <a:t>Mon engagement pour demain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343400"/>
            <a:ext cx="108813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1A"/>
                </a:solidFill>
              </a:rPr>
              <a:t>1 comportement précis à changer ou renforcer dès demain.
Ex : 'Je vais sourire à voix haute dès le mot "Bonjour".'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956048"/>
            <a:ext cx="11640312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5029200"/>
            <a:ext cx="11365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Votre livret reste strictement personnel — il ne sera pas noté. C'est votre outil de progression.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