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937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0  ·  Fil Conducteur  ·  Document de parcours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Bienvenue dans la Formation FIM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Fundraiser Impact Mission — UNICEF France × SHY-Performance × FIDELIS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Ce livret est votre guide pour les 5 jours de formation.
Il contient votre planning, vos engagements et votre tableau de bord personnel.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290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050"/>
                </a:solidFill>
              </a:rPr>
              <a:t>Vous allez maîtriser le script officiel UNICEF en 7 étapes, qualifier vos appels
selon la nomenclature FIDELIS et atteindre l'objectif de 9 CU/H minimum.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Vos 5 Journées + 2 Ateliers — Ce qui vous attend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Fondations
&amp; 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Mission UNICEF · KPI FIDELIS · Nomenclature DON/INDÉCIS/REFUS · Organisation 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5104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9968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75104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48256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Monde
Associatif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75104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66544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Loi 1901 · Histoire humanitaire · 3 principes · Don régulier · Label Don en Confiance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8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0752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5888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0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Analyse &amp;
Script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75888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Script 7 étapes · 5 règles accroche · 4 modes validation · Lecture à voix haute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76672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31536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76672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9824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Traitement
Objections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76672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68112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15 objections · 5 catégories · Méthode AAR · Jeux de rôle · Grille formateur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7456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77456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Synthèse &amp;
Certif.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77456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8896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Simulations · Grille 24 critères · Quiz 40 questions · Remise certifications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78240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78240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51392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Atelier
Pratique 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0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0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Appels simulés live · Grille formateur · Feedback immédiat · Cas complexes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79024" y="804672"/>
            <a:ext cx="1664208" cy="310896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33888" y="83210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J7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479024" y="1115568"/>
            <a:ext cx="1664208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52176" y="1143000"/>
            <a:ext cx="151790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Atelier
Pratique 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479024" y="1938528"/>
            <a:ext cx="166420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70464" y="1993392"/>
            <a:ext cx="148132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Perfectionnement · Certification finale · Plan prise de poste J+0→J+30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532120"/>
            <a:ext cx="11640312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79" y="5605272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35h formation + 2 ateliers pratiques · 9h30–17h30 · 6h40 production effective · Certification FIDELIS × UNICEF France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Votre Contrat d'Engagement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5650992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850392"/>
            <a:ext cx="5468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Vos engagements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52144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20700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Participer activement à toutes les mises en situation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72768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1627632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Compléter votre livret personnel chaque soir (5 min)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993392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" y="2048256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Demander un feedback précis après chaque exercice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14016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2468880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Respecter la confidentialité des échanges du groupe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834640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2889504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Arriver à l'heure — le groupe démarre ensemble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804672"/>
            <a:ext cx="5650992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850392"/>
            <a:ext cx="5468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Ce que SHY-Performance s'engage à vous offrir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1152144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1207008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 feedback individuel personnalisé chaque jour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572768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1627632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Des exercices pratiques progressifs et bienveillants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1993392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048256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 formateur qui adapte le rythme à votre profil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352" y="2414016"/>
            <a:ext cx="5650992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2468880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 suivi à J+15 et J+30 après la 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5352" y="2834640"/>
            <a:ext cx="5650992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2889504"/>
            <a:ext cx="5431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Une certification reconnue FIDELIS × UNICEF France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504688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79" y="557784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Mantra de la formation : « Le refus d'aujourd'hui peut être le don de demain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1097280"/>
            <a:ext cx="3931920" cy="3931920"/>
          </a:xfrm>
          <a:prstGeom prst="ellipse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Merci à Tous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EEE"/>
                </a:solidFill>
              </a:rPr>
              <a:t>Votre engagement fait la différence pour les enfants du monde entier.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4612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DDDD"/>
                </a:solidFill>
              </a:rPr>
              <a:t>Book 0 — Fil Conducteur · Formation FIM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39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DDDD"/>
                </a:solidFill>
              </a:rPr>
              <a:t>« Le refus d'aujourd'hui peut être le don de demain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7200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DDDD"/>
                </a:solidFill>
              </a:rPr>
              <a:t>SHY-Performance  ·  Formation FIM  ·  UNICEF France  ·  V6-01062026SHY-TE</a:t>
            </a:r>
          </a:p>
        </p:txBody>
      </p:sp>
      <p:pic>
        <p:nvPicPr>
          <p:cNvPr id="12" name="Picture 11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120640"/>
            <a:ext cx="914400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03504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