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67712"/>
            <a:ext cx="12188952" cy="731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"/>
            <a:ext cx="2926080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"/>
            <a:ext cx="36576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6459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EEEE"/>
                </a:solidFill>
              </a:rPr>
              <a:t>BOOK J5  ·  Journée 5  ·  Certification FIM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60120"/>
            <a:ext cx="11521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Votre Certification FIM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Synthèse · Simulations · Plan d'action · Vous êtes prêt(e) pour le terrain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Aujourd'hui c'est votre jour.
Vous allez montrer ce que vous savez faire — pas dans un examen théorique,
mais en situation réelle simulée, face à un passant avec toute sa complexité.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Journée 5 — Étape par 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8778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08h30
09h00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8488" y="8046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9072" y="95097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Révision flash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8046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8595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Tour de table rapide — Comment vous sentez-vous ce matin ? Rappel des 7 compétences.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4904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15636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09h00
11h00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18488" y="14904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19072" y="1636775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Simulations × 2 rounds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14904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5453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Round 1 : donateur 'neutre'  ·  Round 2 : donateur 'difficile avec 3 objections'
Vous observez vos camarades avec la grille — et ils font de même pour vous.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762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22494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11h00
11h30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" y="21762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19072" y="232257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Débriefing collectif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9976" y="21762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22311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Célébration des progrès de chacun. Les 3 apprentissages collectifs de la semaine.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8620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" y="29352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11h30
12h30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18488" y="28620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19072" y="300837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Évaluation individuelle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79976" y="28620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8848" y="29169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Votre formateur vous évalue sur la grille 28 points. Entretien individuel 5 min.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478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36210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13h30
14h30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18488" y="35478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9072" y="369417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Votre plan d'action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9976" y="35478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8848" y="36027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Vous construisez votre plan personnel : 4 objectifs sur 4 semaines terrain.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233672"/>
            <a:ext cx="1325880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" y="4306824"/>
            <a:ext cx="12893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14h30
15h00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18488" y="4233672"/>
            <a:ext cx="2743200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19072" y="4379976"/>
            <a:ext cx="25786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Remise des certifications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9976" y="4233672"/>
            <a:ext cx="7534656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98848" y="4288536"/>
            <a:ext cx="73334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Remise officielle · Engagement public 1 min · Votre premier jour terrain = demain.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Grille de Certification — 7 Critères / 28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Voici exactement ce sur quoi vous serez évalué(e) — aucune surprise 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152144"/>
            <a:ext cx="38404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1188720"/>
            <a:ext cx="29260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152144"/>
            <a:ext cx="623620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1188720"/>
            <a:ext cx="6144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Ce que vous devez démontrer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152144"/>
            <a:ext cx="2487168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3" y="1188720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Indicateurs observés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40" y="1152144"/>
            <a:ext cx="713232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18904" y="1188720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95560" y="1152144"/>
            <a:ext cx="713232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50424" y="1188720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27080" y="1152144"/>
            <a:ext cx="713232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81944" y="1188720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658600" y="1152144"/>
            <a:ext cx="457200" cy="2743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13464" y="1188720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1444752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1554480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1444752"/>
            <a:ext cx="62362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1517904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Votre accroche est naturelle en &lt; 15 sec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1444752"/>
            <a:ext cx="248716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79" y="1499616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Contact visuel, sourire, question ouverte, aisance corporelle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64040" y="144475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5480" y="155448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95560" y="144475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155448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27080" y="144475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18519" y="155448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58600" y="1444752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50040" y="155448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938528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" y="2048256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1938528"/>
            <a:ext cx="623620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2011680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Votre script est fluide et personnalisé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1938528"/>
            <a:ext cx="248716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79" y="1993392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Les 5 étapes dans l'ordre, langage adapté au profil du donateur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64040" y="193852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55480" y="204825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95560" y="193852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7000" y="204825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27080" y="193852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18519" y="204825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658600" y="1938528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50040" y="204825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432304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2542032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2432304"/>
            <a:ext cx="62362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2505456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Votre Impact Story touche et convainc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2432304"/>
            <a:ext cx="248716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79" y="2487168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Récit bénéficiaire spécifique, chiffre concret, résolution par le don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64040" y="2432304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55480" y="2542032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95560" y="2432304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2542032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927080" y="2432304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18519" y="2542032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658600" y="2432304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50040" y="2542032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2926080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" y="30358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2926080"/>
            <a:ext cx="623620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2999232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Vous traitez ≥ 2 objections avec la méthode en 4 temps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49440" y="2926080"/>
            <a:ext cx="248716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40879" y="2980944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Accusé réception, reformulation, preuve, relance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464040" y="2926080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55480" y="3035808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95560" y="2926080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87000" y="3035808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927080" y="2926080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018519" y="3035808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658600" y="2926080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50040" y="303580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3419856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0896" y="3529584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3419856"/>
            <a:ext cx="62362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7240" y="3493008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Vous obtenez l'engagement et concluez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49440" y="3419856"/>
            <a:ext cx="248716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040879" y="3474720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Proposition montant adapté, formulaire signé, remerciement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64040" y="3419856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55480" y="3529584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95560" y="3419856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87000" y="3529584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927080" y="3419856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018519" y="3529584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658600" y="3419856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50040" y="3529584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3913632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4023360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" y="3913632"/>
            <a:ext cx="623620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7240" y="3986784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Vous respectez les règles éthiques en toute situation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49440" y="3913632"/>
            <a:ext cx="2487168" cy="47548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040879" y="3968496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Badge visible, aucune pression, déontologie fundraiser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464040" y="391363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555480" y="402336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95560" y="391363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87000" y="402336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927080" y="3913632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1018519" y="4023360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658600" y="3913632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50040" y="4023360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4407408"/>
            <a:ext cx="384048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4517136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5800" y="4407408"/>
            <a:ext cx="62362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7240" y="4480560"/>
            <a:ext cx="6099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555"/>
                </a:solidFill>
              </a:rPr>
              <a:t>Vous gérez votre état émotionnel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49440" y="4407408"/>
            <a:ext cx="248716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40879" y="4462272"/>
            <a:ext cx="23500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Posture positive maintenue après refus, zéro découragement visible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464040" y="440740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555480" y="451713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195560" y="440740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87000" y="451713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927080" y="4407408"/>
            <a:ext cx="713232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18519" y="4517136"/>
            <a:ext cx="530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658600" y="4407408"/>
            <a:ext cx="457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750040" y="451713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EEEEE"/>
                </a:solidFill>
              </a:rP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320" y="4901184"/>
            <a:ext cx="9125712" cy="347472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4048" y="495604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 /28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464040" y="4901184"/>
            <a:ext cx="2633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73767" y="495604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0000"/>
                </a:solidFill>
              </a:rPr>
              <a:t>__ / 28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4320" y="5321808"/>
            <a:ext cx="11640312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79" y="5394960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✅ Certifié(e) FIM : ≥ 20/28   ⚠ Formation complémentaire ciblée : 14–19/28   🔄 Évaluation de rattrapage à J+15 : &lt; 14/28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Plan d'Action — 4 Semaines pour Devenir Expert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04672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Vous remplissez ce plan aujourd'hui en J5. Il vous appartient — votre formateur vous rappelle à J+15 et J+30.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816352" cy="56692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444752"/>
            <a:ext cx="25968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SEMAINE 1
J+7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984248"/>
            <a:ext cx="2816352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039112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Objectif :
Maîtriser votre accroche en &lt; 12 secondes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538728"/>
            <a:ext cx="2816352" cy="1280160"/>
          </a:xfrm>
          <a:prstGeom prst="rect">
            <a:avLst/>
          </a:prstGeom>
          <a:solidFill>
            <a:srgbClr val="F0F7F7"/>
          </a:solidFill>
          <a:ln w="1270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3593592"/>
            <a:ext cx="25603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Comment mesurer :
Chronomètre + feedback J+7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417320"/>
            <a:ext cx="2816352" cy="56692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444752"/>
            <a:ext cx="25968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SEMAINE 2
J+14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84248"/>
            <a:ext cx="2816352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28416" y="2039112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Objectif :
Traiter O1 et O2 sans hésitation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38728"/>
            <a:ext cx="2816352" cy="1280160"/>
          </a:xfrm>
          <a:prstGeom prst="rect">
            <a:avLst/>
          </a:prstGeom>
          <a:solidFill>
            <a:srgbClr val="F0F7F7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3593592"/>
            <a:ext cx="25603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Comment mesurer :
0 rupture de discours en simulation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417320"/>
            <a:ext cx="2816352" cy="566928"/>
          </a:xfrm>
          <a:prstGeom prst="rect">
            <a:avLst/>
          </a:prstGeom>
          <a:solidFill>
            <a:srgbClr val="2A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1444752"/>
            <a:ext cx="25968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SEMAINE 3
J+21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984248"/>
            <a:ext cx="2816352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A7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2039112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Objectif :
Atteindre ≥ 1 don régulier par heure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538728"/>
            <a:ext cx="2816352" cy="1280160"/>
          </a:xfrm>
          <a:prstGeom prst="rect">
            <a:avLst/>
          </a:prstGeom>
          <a:solidFill>
            <a:srgbClr val="F0F7F7"/>
          </a:solidFill>
          <a:ln w="12700">
            <a:solidFill>
              <a:srgbClr val="2A7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3593592"/>
            <a:ext cx="25603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Comment mesurer :
Feuille suivi terrain quotidienne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1417320"/>
            <a:ext cx="2816352" cy="56692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444752"/>
            <a:ext cx="25968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SEMAINE 4
J+30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1984248"/>
            <a:ext cx="2816352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576" y="2039112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Objectif :
Révision PAP + objectifs M2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60" y="3538728"/>
            <a:ext cx="2816352" cy="1280160"/>
          </a:xfrm>
          <a:prstGeom prst="rect">
            <a:avLst/>
          </a:prstGeom>
          <a:solidFill>
            <a:srgbClr val="F0F7F7"/>
          </a:solidFill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3593592"/>
            <a:ext cx="25603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</a:rPr>
              <a:t>Comment mesurer :
Entretien téléphonique formateur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010912"/>
            <a:ext cx="11640312" cy="65836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79" y="5084064"/>
            <a:ext cx="11365992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Votre formateur SHY-Performance vous contacte à J+15 et J+30 pour un bilan de progression.
À J+90 : analyse de vos KPI terrain — taux de conversion, montant moyen, rétention donateur.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779008"/>
            <a:ext cx="11640312" cy="38404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5852160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Bienvenue dans la famille SHY-Performance. Vous êtes maintenant Fundraiser Impact Mission certifié(e).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