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67712"/>
            <a:ext cx="12188952" cy="731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"/>
            <a:ext cx="2926080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"/>
            <a:ext cx="36576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6459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EEEE"/>
                </a:solidFill>
              </a:rPr>
              <a:t>BOOK J3  ·  Journée 3  ·  Discours &amp; Storytelling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60120"/>
            <a:ext cx="11521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Votre Script de Présentation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Les 5 étapes pour convaincre un donateur français avec authenticité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Aujourd'hui vous allez construire votre propre version du script FIM.
Vous ne le lirez pas — vous allez le vivre, le ressentir et le personnaliser
pour qu'il sonne vrai à chaque rencontre.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Journée 3 — Ce que vous allez vivre aujourd'hui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291007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841248"/>
            <a:ext cx="276377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OBSERVATION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078992"/>
            <a:ext cx="291007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124712"/>
            <a:ext cx="269062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Votre formateur fait une
démonstration complète
devant un passant simulé.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2686" y="804672"/>
            <a:ext cx="2910078" cy="274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5838" y="841248"/>
            <a:ext cx="276377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2686" y="1078992"/>
            <a:ext cx="291007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2414" y="1124712"/>
            <a:ext cx="269062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Vous observez et notez :
Qu'est-ce qui a marché ?
Qu'auriez-vous fait autrement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804672"/>
            <a:ext cx="2910078" cy="274320"/>
          </a:xfrm>
          <a:prstGeom prst="rect">
            <a:avLst/>
          </a:prstGeom>
          <a:solidFill>
            <a:srgbClr val="2A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4204" y="841248"/>
            <a:ext cx="276377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1052" y="1078992"/>
            <a:ext cx="291007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1124712"/>
            <a:ext cx="269062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Déconstruction des
5 étapes. Ancrages.
Language corporel.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9418" y="804672"/>
            <a:ext cx="2910078" cy="2743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2570" y="841248"/>
            <a:ext cx="276377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ENTRAÎNEMENT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9418" y="1078992"/>
            <a:ext cx="291007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9146" y="1124712"/>
            <a:ext cx="269062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Trinômes 90 min :
fundraiser / passant /
observateur. Rotation 15 min.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074920"/>
            <a:ext cx="11640312" cy="2743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511149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Vos 3 réussites à valider aujourd'hui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367528"/>
            <a:ext cx="3843528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40410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Grille C1+C2+C5 validée par votre formateur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54423" y="5367528"/>
            <a:ext cx="3843528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5863" y="540410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Auto-évaluation après votre 3ème round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4527" y="5367528"/>
            <a:ext cx="3843528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5967" y="540410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Score ≥ 12/20 pour passer à J4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Les 5 Étapes de Votre Script — Apprenez à les Incarner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2286000" cy="347472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① ACCROCHE  [10–15 sec]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22860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225296"/>
            <a:ext cx="206654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Contact visuel · Sourire · Question ouverte
'Bonjour ! Vous avez 2 petites minutes
pour les enfants ?'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15184" y="804672"/>
            <a:ext cx="2286000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② CONTEXTE  [20 sec]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5184" y="1152144"/>
            <a:ext cx="22860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4912" y="1225296"/>
            <a:ext cx="206654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Identification claire
'Je travaille avec l'UNICEF — nous
collectons des fonds
pour les enfants en danger.'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804672"/>
            <a:ext cx="2286000" cy="347472"/>
          </a:xfrm>
          <a:prstGeom prst="rect">
            <a:avLst/>
          </a:prstGeom>
          <a:solidFill>
            <a:srgbClr val="2A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③ IMPACT STORY  [45–60 sec]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56048" y="1152144"/>
            <a:ext cx="22860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5776" y="1225296"/>
            <a:ext cx="206654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Histoire vraie d'1 enfant
Prénom + pays + situation
Fait chiffré + résolution
par le don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804672"/>
            <a:ext cx="2286000" cy="347472"/>
          </a:xfrm>
          <a:prstGeom prst="rect">
            <a:avLst/>
          </a:prstGeom>
          <a:solidFill>
            <a:srgbClr val="C08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4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④ PROPOSITION  [30 sec]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152144"/>
            <a:ext cx="22860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8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1225296"/>
            <a:ext cx="206654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'10€/mois c'est 30 centimes
par jour — moins qu'un café.
En 1 an vous offrez l'accès
aux soins à 6 enfants.'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37776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0928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⑤ ENGAGEMENT  [20 sec]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37776" y="1152144"/>
            <a:ext cx="228600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1225296"/>
            <a:ext cx="206654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Formulaire simple · Accompagner
la signature · Remerciement sincère
'Merci ! Vous recevrez votre
confirmation par SMS sous 24h.'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86400"/>
            <a:ext cx="11640312" cy="402336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" y="555955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Durée totale : 2 min 15 sec  ·  Version express (passant pressé) : 55 sec  ·  Le silence après la proposition est votre allié — ne le brisez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L'Impact Story — Comment Raconter une Histoire qui Touche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046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L'Impact Story est le cœur de votre script. C'est ce moment précis où le donateur passe
de 'intéressé' à 'convaincu'. Voici comment la construire 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54480"/>
            <a:ext cx="2816352" cy="329184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5819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PERSONNAGE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83664"/>
            <a:ext cx="2816352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956816"/>
            <a:ext cx="256032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Donnez un prénom, un âge, un pays.
'Amara, 3 ans, Sahel.'
Le donateur doit voir un visage, pas une statistique.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554480"/>
            <a:ext cx="2816352" cy="32918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5819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SITUATION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883664"/>
            <a:ext cx="2816352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28416" y="1956816"/>
            <a:ext cx="256032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Décrivez le danger concret avec 1 seul chiffre.
'Sans accès à l'eau potable, 1 enfant sur 5
ne survivra pas à sa première année.'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554480"/>
            <a:ext cx="2816352" cy="329184"/>
          </a:xfrm>
          <a:prstGeom prst="rect">
            <a:avLst/>
          </a:prstGeom>
          <a:solidFill>
            <a:srgbClr val="C08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5819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BASCULE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883664"/>
            <a:ext cx="2816352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08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1956816"/>
            <a:ext cx="256032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C'est ici que votre don entre en scène.
'Grâce aux donateurs comme vous,
l'UNICEF a livré 50 000 kits eau potable.'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554480"/>
            <a:ext cx="2816352" cy="329184"/>
          </a:xfrm>
          <a:prstGeom prst="rect">
            <a:avLst/>
          </a:prstGeom>
          <a:solidFill>
            <a:srgbClr val="2A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5819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RÉSOLUTION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883664"/>
            <a:ext cx="2816352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0576" y="1956816"/>
            <a:ext cx="256032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La fin heureuse — rendue possible
par le don.
'Amara a aujourd'hui 4 ans et elle est
scolarisée.'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00016"/>
            <a:ext cx="11640312" cy="65836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4773168"/>
            <a:ext cx="11365992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Règle d'or : 1 seul enfant · 1 seul problème · 1 seul chiffre · 1 seule solution.
La simplicité crée l'émotion. La liste de statistiques crée la distance.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0016"/>
            <a:ext cx="128016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5486400"/>
            <a:ext cx="11640312" cy="4023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" y="555955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Exercice : Écrivez votre propre Impact Story en 5 lignes — un enfant, une situation, un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