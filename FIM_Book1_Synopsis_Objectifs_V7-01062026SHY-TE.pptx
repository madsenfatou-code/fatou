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1  ·  Synopsis &amp; Objectifs  ·  SHY-Performance × FIDELIS × UNICEF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Vos Objectifs de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Ce que vous saurez faire à l'issue des 5 jours de formation + 2 ateliers FIM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À l'issue de ces 7 jours, vous serez capable de conduire un appel de collecte de dons
au nom de l'UNICEF, de la phrase d'accroche jusqu'à la validation du Prélèvement Automatique.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Vos 3 Dimensions de Compétence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3822191" cy="51206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4124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SAVOIR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15214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EE"/>
                </a:solidFill>
              </a:rPr>
              <a:t>Connaissance de la cause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89888"/>
            <a:ext cx="3822191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46304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Présenter l'UNICEF, sa mission, 75 ans, 190 pays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38528"/>
            <a:ext cx="3822191" cy="530352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01168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Expliquer la malnutrition et les sachets RUTF (92g)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87168"/>
            <a:ext cx="3822191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56032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Situer le secteur associatif (Loi 1901, Bloctel, RGPD)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35808"/>
            <a:ext cx="3822191" cy="530352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10896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Citer les arguments de légitimité UNICEF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584448"/>
            <a:ext cx="3822191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65760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Comprendre Conquête vs Fidélisation/Réactivation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822960"/>
            <a:ext cx="3822191" cy="5120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84124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SAVOIR-FAIRE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115214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EE"/>
                </a:solidFill>
              </a:rPr>
              <a:t>Technique d'appel &amp; qualification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1389888"/>
            <a:ext cx="3822191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146304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Appliquer les 5 règles officielles de l'accroche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1938528"/>
            <a:ext cx="3822191" cy="530352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201168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Conduire le script officiel UNICEF en 7 étapes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2487168"/>
            <a:ext cx="3822191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1688" y="256032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Qualifier chaque appel (DON / INDÉCIS / REFUS)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3035808"/>
            <a:ext cx="3822191" cy="530352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310896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Gérer les 4 modes de validation du don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584448"/>
            <a:ext cx="3822191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365760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Atteindre l'objectif de 9 CU/H minimum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822960"/>
            <a:ext cx="3822191" cy="512064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84124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SAVOIR-ÊTRE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115214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EE"/>
                </a:solidFill>
              </a:rPr>
              <a:t>Posture &amp; conviction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1389888"/>
            <a:ext cx="3822191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7" y="146304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Maintenir un ton chaleureux et naturel tout au long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1938528"/>
            <a:ext cx="3822191" cy="530352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7" y="201168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Gérer les objections sensibles avec professionnalisme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2487168"/>
            <a:ext cx="3822191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7" y="256032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Transmettre une conviction sincère pour la mission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3035808"/>
            <a:ext cx="3822191" cy="530352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7" y="310896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Intégrer le mantra : «Le refus d'aujourd'hui…»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3584448"/>
            <a:ext cx="3822191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7" y="3657600"/>
            <a:ext cx="3621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Respecter les règles éthiques du secteur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Indicateurs de Performance — Nomenclature FIDELIS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932688" cy="3200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868680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822960"/>
            <a:ext cx="2990088" cy="3200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9304" y="868680"/>
            <a:ext cx="2898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Libellé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822960"/>
            <a:ext cx="5212080" cy="3200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8686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Définition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1472" y="822960"/>
            <a:ext cx="2423160" cy="3200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86868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Objectif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170432"/>
            <a:ext cx="932688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1280160"/>
            <a:ext cx="84124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CU/H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1170432"/>
            <a:ext cx="299008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1280160"/>
            <a:ext cx="285292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Contacts Utiles / Heure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170432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1261872"/>
            <a:ext cx="507492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Contacts qualifiés par heure de production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91472" y="1170432"/>
            <a:ext cx="242316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82912" y="1316736"/>
            <a:ext cx="228600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≥ 9 CU/H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828800"/>
            <a:ext cx="932688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1938528"/>
            <a:ext cx="84124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TX Transfo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34440" y="1828800"/>
            <a:ext cx="2990088" cy="64008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1938528"/>
            <a:ext cx="285292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Taux de Transformation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1828800"/>
            <a:ext cx="5212080" cy="64008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1920240"/>
            <a:ext cx="507492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% PEL/PA parmi les Contacts Utiles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91472" y="1828800"/>
            <a:ext cx="242316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82912" y="1975104"/>
            <a:ext cx="228600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Cible FIDELIS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87168"/>
            <a:ext cx="932688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2596896"/>
            <a:ext cx="84124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PDC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34440" y="2487168"/>
            <a:ext cx="299008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5880" y="2596896"/>
            <a:ext cx="285292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Plan de Charge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487168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2578608"/>
            <a:ext cx="507492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Volume mensuel de dons réguliers FIDELIS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91472" y="2487168"/>
            <a:ext cx="242316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82912" y="2633472"/>
            <a:ext cx="228600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Volume défini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145535"/>
            <a:ext cx="932688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3255263"/>
            <a:ext cx="84124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440" y="3145535"/>
            <a:ext cx="2990088" cy="64008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25880" y="3255263"/>
            <a:ext cx="285292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Promesse En Ligne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60" y="3145535"/>
            <a:ext cx="5212080" cy="64008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3236975"/>
            <a:ext cx="507492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Contact ayant accepté de valider son don en ligne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91472" y="3145535"/>
            <a:ext cx="242316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82912" y="3291839"/>
            <a:ext cx="228600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Comptabilisé TX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803903"/>
            <a:ext cx="932688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" y="3913631"/>
            <a:ext cx="84124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34440" y="3803903"/>
            <a:ext cx="299008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25880" y="3913631"/>
            <a:ext cx="285292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Prélèvement Automatique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51960" y="3803903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43400" y="3895343"/>
            <a:ext cx="507492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Don régulier sécurisé par mandat SEPA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91472" y="3803903"/>
            <a:ext cx="242316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82912" y="3950207"/>
            <a:ext cx="228600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Produit unique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462271"/>
            <a:ext cx="932688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" y="4571999"/>
            <a:ext cx="84124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Qualif.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34440" y="4462271"/>
            <a:ext cx="2990088" cy="64008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25880" y="4571999"/>
            <a:ext cx="285292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Conformité des qualifications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4462271"/>
            <a:ext cx="5212080" cy="64008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3400" y="4553711"/>
            <a:ext cx="507492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DON / INDÉCIS / REFUS — nomenclature conforme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91472" y="4462271"/>
            <a:ext cx="242316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82912" y="4608575"/>
            <a:ext cx="228600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≥ 50% qualité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Book 1 — Synopsis &amp; Objectifs · Formation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SHY-Performance  ·  Formation FIM  ·  UNICEF France  ·  V7-01062026SHY-TE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