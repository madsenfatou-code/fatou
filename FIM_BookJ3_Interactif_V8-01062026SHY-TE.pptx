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66928"/>
            <a:ext cx="8229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88DDDD"/>
                </a:solidFill>
              </a:rPr>
              <a:t>BOOK J3  ·  Journée 3 — 5 jours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105156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Script &amp; Accroche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3852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CCEEEE"/>
                </a:solidFill>
              </a:rPr>
              <a:t>Les 7 étapes · Accueil correct · Trame 5 points · 3 phases appel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ALLO — Accueil Correct (Fondamental)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22960"/>
            <a:ext cx="3813048" cy="4572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41248"/>
            <a:ext cx="3593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1 : ALLO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3813048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71600"/>
            <a:ext cx="3557016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Fundraiser dit 'ALLO' puis s'arrête. Écoute active pour identifier Madame ou Monsieur.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822960"/>
            <a:ext cx="3813048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841248"/>
            <a:ext cx="3593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2 : IDENTIFICATION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280160"/>
            <a:ext cx="3813048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5" y="1371600"/>
            <a:ext cx="3557016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Prénom EN PREMIER, puis NOM. 'Est-ce bien M. François DUPONT ?' (convention française)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822960"/>
            <a:ext cx="3813048" cy="45720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7" y="841248"/>
            <a:ext cx="359359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ÉTAPE 3 : PRÉSENTATION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280160"/>
            <a:ext cx="3813048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1371600"/>
            <a:ext cx="3557016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'Bonjour M. Dupont, je m'appelle [Prénom], je vous appelle au nom de l'UNICEF France.'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Les 3 Phases de l'Appel Sortant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Trame Accroche — 5 Points Clés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91440"/>
            <a:ext cx="45720" cy="54864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73152"/>
            <a:ext cx="9509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Quiz J3 — 7 Questions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SHY-Performance  ·  Formation FIM  ·  UNICEF France  ·  V8-01062026SHY-TE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438912" cy="8229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1033271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804672"/>
            <a:ext cx="1090879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8412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d'étapes comporte le script UNICEF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2070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2435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5270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15636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8470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18836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7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16712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20370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33472"/>
            <a:ext cx="438912" cy="8229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" y="28620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633472"/>
            <a:ext cx="1090879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6700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de règles d'accroche officielles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0358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723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3558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3924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75887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7124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5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959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0325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62272"/>
            <a:ext cx="438912" cy="8229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" y="46908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462272"/>
            <a:ext cx="1090879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988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Combien de modes de validation du don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8646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9011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846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2212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046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4126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4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247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8613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291072"/>
            <a:ext cx="438912" cy="82296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1752" y="6519672"/>
            <a:ext cx="3840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6291072"/>
            <a:ext cx="10908792" cy="384048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327648"/>
            <a:ext cx="10725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Trame accroche : combien de points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69340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72998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a) 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7013448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7050024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b)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7333488"/>
            <a:ext cx="10908792" cy="301752"/>
          </a:xfrm>
          <a:prstGeom prst="rect">
            <a:avLst/>
          </a:prstGeom>
          <a:solidFill>
            <a:srgbClr val="FFFFFF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737006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c)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7653527"/>
            <a:ext cx="10908792" cy="301752"/>
          </a:xfrm>
          <a:prstGeom prst="rect">
            <a:avLst/>
          </a:prstGeom>
          <a:solidFill>
            <a:srgbClr val="F0F7F7"/>
          </a:solidFill>
          <a:ln w="508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7690103"/>
            <a:ext cx="10725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d) 5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DDDD"/>
                </a:solidFill>
              </a:rPr>
              <a:t>Quiz J3 — Script &amp; Accroche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