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377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778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J6  ·  Atelier 1  ·  Mise en situation téléphonique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Atelier Pratique — Jour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Appels en conditions réelles simulées · Grille live · Débrief individuel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 vous êtes en production simulée.
Vous appelez, vous gérez, vous closez — en temps réel, avec retour immédiat.
Objectif : atteindre 9 CU/H et votre premier PA validé.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Programme Atelier Pratique J6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87782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08h30
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804672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94183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Briefing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804672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86868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Rappel des KPI cibles · Répartition des fichiers FIDELIS · Règles de qualification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53895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27048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09h00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453895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1591055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Production simulée — Round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453895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1517904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Appels en binômes : 1 appelle, 1 observe avec grille. Rotation toutes les 30 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03120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176272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103120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2402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Débrief Round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103120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167127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Analyse collective des appels. 3 points forts / 3 axes d'amélioration. Écoute d'extraits.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52344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825496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752344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2889503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Production simulée — Round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752344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2816351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Appels individuels. Formateur écoute en silence et note sur grille 24 critères.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01568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474720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401568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538727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Traitement des cas complexes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3401568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465575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Simulation d'appels avec objections Cat.5 (conflictuelles). Escalade progressive.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50791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12394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14h30
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050791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18795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Débrief final &amp;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050791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1148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Restitution des grilles individuelles. Feedback personnalisé. Plan d'action J7.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Grille d'Observation Live J6 — Utilisée par Votre Formateur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 que le formateur observe sur votre appel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Règle 1 accroche : prénom + nom prononcés clairement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Règle 2 : organisation UNICEF nommée dans les 10 premières secondes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Règle 3 : raison de l'appel annoncée explicitement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Règle 4 : disponibilité du prospect vérifiée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Règle 5 : ton chaleureux et sourire audible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55264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31012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Script 7 étapes respecté dans l'ordre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75888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373075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AAR appliqué sur au moins 2 objections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Indicateurs de performance mesurés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CU/H atteint (objectif ≥ 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Qualification correcte (DON / INDÉCIS / REFUS)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Mode de validation proposé dans le bon ordre (IBAN → PEL → courrier)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Durée appel dans la norme (3–5 min)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Pas d'interruption ou de tic verbal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3255264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331012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Clôture de l'appel avec courtoisie même en cas de refus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3675888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73075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Résilience : ton maintenu après 3 refus consécutifs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532120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5605272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Après chaque appel : feedback en 3 points — 1 force · 1 axe d'amélioration · 1 conseil précis actionnable.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Atelier Pratique Jour 6 —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DDDD"/>
                </a:solidFill>
              </a:rPr>
              <a:t>SHY-Performance  ·  Formation FIM  ·  UNICEF France  ·  V6-01062026SHY-TE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