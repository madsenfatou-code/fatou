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14400"/>
            <a:ext cx="2194560" cy="6400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9144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KIT FIM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SHY-Performance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08080"/>
                </a:solidFill>
                <a:latin typeface="Calibri"/>
              </a:rPr>
              <a:t>FILE CONDUCTEUR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66160"/>
            <a:ext cx="3657600" cy="5486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49039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Guide d'utilisation du kit de formation FIM
Formation Initiale Module — Fundraiser UNICEF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FIDELIS  ×  UNICEF France  |  Formation Initiale Module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Présentation du Kit de 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7 documents composent ce kit de formation complet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Book 0 — File Conducteur (ce document) : guide d'utilisation globale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Book 1 — Synopsis &amp; Objectifs Pédagogiques : cadre et vision de la formation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Book J1 — Fondations &amp; Mission : KPIs, nomenclature, script accroche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Book J2 — Monde Associatif &amp; Humanitaire : contexte, loi 1901, UNICEF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Book J3 — Analyse et Lecture du Script : décryptage phrase par phrase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Book J4 — Traitement des Objections : 15 objections, méthode AAR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Book J5 — Synthèse Générale &amp; Simulations : évaluation finale, quiz 40Q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Qui forme ? Qui est formé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Donneur d'ordre : FIDELIS — mandataire officiel de la campagne UNICEF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Opérateur terrain : SHY-Performance — centre de collecte téléphonique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Public cible : fundraisers SHY-Performance, nouveaux entrants en collecte de dons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Prérequis : aucune expérience préalable en collecte de dons requise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Effectif recommandé : 8 à 14 fundraisers par session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Durée totale : 5 jours consécutifs | 9h30–17h30 | 6h40 de production effective/jour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Comment utiliser ce kit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Chaque book jour est autonome — il peut être utilisé seul pour un rappel ciblé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Le Book 1 Synopsis sert de document de référence permanent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Les slides de quiz (Book J5) sont prêtes à l'emploi pour tout nouvel apprenant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Les jeux de rôle sont signalés par le picto 🎭 — prévoir binômes à l'avance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Les slides 'MANTRA' sont à laisser affichées pendant les exercices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La grille d'observation formateur est à imprimer avant chaque journée J3–J5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Code Couleur &amp; Légende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🟦 Bandeau TEAL #008080 — slide de contenu standard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🟥 Encart ROUGE — point d'attention critique, règle obligatoire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⬜ Fond blanc / teal clair — exercice pratique ou définition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★ Slide MANTRA — citation à mémoriser, laisser affichée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🎭 Jeu de rôle — exercice en binôme ou groupe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📊 Grille d'évaluation — outil formateur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❓ Quiz — évaluation des connaissances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914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Planning Recommandé sur 5 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JOUR 1 — Fondations &amp; Mission | 9h30–17h30 | 6h40 production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JOUR 2 — Monde Associatif &amp; Humanitaire | 9h30–17h30 | 6h40 production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JOUR 3 — Analyse et Lecture du Script | 9h30–17h30 | Exercices intensifs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JOUR 4 — Traitement des Objections | 9h30–17h30 | Jeux de rôle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JOUR 5 — Synthèse Générale &amp; Simulations | 9h30–17h30 | Quiz + Certifications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Pause déjeuner recommandée : 13h00–14h00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1A"/>
                </a:solidFill>
                <a:latin typeface="Calibri"/>
              </a:rPr>
              <a:t>▸ Pause matin : 11h00 | Pause après-midi : 15h30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MERCI POUR VOTRE PARTICIPATION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2926080"/>
            <a:ext cx="667512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E5E5"/>
                </a:solidFill>
                <a:latin typeface="Calibri"/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