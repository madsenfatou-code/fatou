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33172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13432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45720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566928"/>
            <a:ext cx="8229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BBEEEE"/>
                </a:solidFill>
              </a:rPr>
              <a:t>Formation Initiale Module — Fundraising Téléphonique UNICEF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144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88DDDD"/>
                </a:solidFill>
              </a:rPr>
              <a:t>BOOK J2  ·  Journée 2 — 5 jours de 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234440"/>
            <a:ext cx="105156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Le Monde Associatif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938528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CCEEEE"/>
                </a:solidFill>
              </a:rPr>
              <a:t>Comprendre le secteur pour représenter la cause avec légitimité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V8-01062026SHY-TE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Programme Jour 2 — Cas d'étude + Quiz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V8-01062026SHY-TE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Contenu Magistral J2 — Secteur Associatif Français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V8-01062026SHY-TE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Quiz J2 — 6 Questions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457200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1097280"/>
            <a:ext cx="4206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822960"/>
            <a:ext cx="11164824" cy="4114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868680"/>
            <a:ext cx="109545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Date de la loi associative française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252728"/>
            <a:ext cx="11164824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1298448"/>
            <a:ext cx="109545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a) 14 juil. 1789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1581912"/>
            <a:ext cx="11164824" cy="320040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1627632"/>
            <a:ext cx="109545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b) 1er juil. 1901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1911095"/>
            <a:ext cx="11164824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1956815"/>
            <a:ext cx="109545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c) 5 mai 1946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240279"/>
            <a:ext cx="11164824" cy="320040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2285999"/>
            <a:ext cx="109545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d) 10 mars 1972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926079"/>
            <a:ext cx="457200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" y="3200399"/>
            <a:ext cx="4206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2926079"/>
            <a:ext cx="11164824" cy="4114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2971799"/>
            <a:ext cx="109545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Combien d'associations en France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" y="3355848"/>
            <a:ext cx="11164824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3401568"/>
            <a:ext cx="109545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a) 250 000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3685032"/>
            <a:ext cx="11164824" cy="320040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3730752"/>
            <a:ext cx="109545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b) 800 000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8" y="4014216"/>
            <a:ext cx="11164824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" y="4059936"/>
            <a:ext cx="109545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c) 1,5 million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" y="4343400"/>
            <a:ext cx="11164824" cy="320040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" y="4389120"/>
            <a:ext cx="109545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d) 3 millions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029200"/>
            <a:ext cx="457200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2608" y="5303520"/>
            <a:ext cx="4206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5029200"/>
            <a:ext cx="11164824" cy="4114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" y="5074920"/>
            <a:ext cx="109545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Quel événement de 1859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5458968"/>
            <a:ext cx="11164824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6" y="5504688"/>
            <a:ext cx="109545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a) Conférence Berlin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5788152"/>
            <a:ext cx="11164824" cy="320040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" y="5833872"/>
            <a:ext cx="109545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b) Traité Genève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6117336"/>
            <a:ext cx="11164824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6" y="6163056"/>
            <a:ext cx="109545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c) Bataille de Solférino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6446520"/>
            <a:ext cx="11164824" cy="320040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" y="6492240"/>
            <a:ext cx="1095451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d) Révolution industrielle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0" y="1097280"/>
            <a:ext cx="3931920" cy="3931920"/>
          </a:xfrm>
          <a:prstGeom prst="ellipse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2011680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</a:rPr>
              <a:t>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8016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Merci à Tous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0604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1">
                <a:solidFill>
                  <a:srgbClr val="CCEEEE"/>
                </a:solidFill>
              </a:rPr>
              <a:t>Votre engagement fait la différence pour les enfants du monde entier.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46120"/>
            <a:ext cx="9418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88DDDD"/>
                </a:solidFill>
              </a:rPr>
              <a:t>Quiz J2 — Monde Associatif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49039"/>
            <a:ext cx="8531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1">
                <a:solidFill>
                  <a:srgbClr val="AADDDD"/>
                </a:solidFill>
              </a:rPr>
              <a:t>« Le refus d'aujourd'hui peut être le don de demain »</a:t>
            </a:r>
          </a:p>
        </p:txBody>
      </p:sp>
      <p:pic>
        <p:nvPicPr>
          <p:cNvPr id="11" name="Picture 10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5120640"/>
            <a:ext cx="914400" cy="8961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