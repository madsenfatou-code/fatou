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1945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JOUR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080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9h30 — Révision express des 5 modules (J1 → J4) : questions flash en groupe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10h00 — Simulations d'appels complets chronométrés en conditions réelles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11h00 — Pause + débriefing des simulations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11h15 — Jeux de rôle finaux : script + objection tirée au sort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13h00 — Pause déjeuner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14h00 — Quiz d'évaluation finale des connaissances (40 questions)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15h30 — Correction collective + débriefing pédagogique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16h30 — Remise des certifications de formation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17h00 — Mot de clôture + félicitations + vœux de bonne continuation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J1 — Fondations : KPI objectif CU/H ? → 9 minimum | Produit unique ? → PA Régulier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J1 — Nomenclature : CU / TX Transfo / PDC / PEL / PA — définitions express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J2 — Monde associatif : Loi 1901 ? | UNICEF fondé quand ? → 1946 | Nobel ? → 1965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J2 — Histoire : Bataille de Solférino → quelle année ? → 1859 | Qui ? → Henry Dunant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J3 — Script : combien d'étapes ? → 7 | Les 5 règles de l'accroche 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J4 — AAR : que signifient les 3 lettres ? | Combien d'objections couvertes ? → 15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J4 — Objections : 5 catégories — lesquelles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080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Simulation NIVEAU 1 : appel standard, prospect coopératif → valider le script complet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Simulation NIVEAU 2 : appel avec 2 objections tirées au sort parmi les 15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Simulation NIVEAU 3 : appel difficile — prospect conflictuel, méfiance IBAN, dernier positionnement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Durée maximale par simulation : 5 minutes chrono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Grille d'évaluation 24 critères appliquée par le formateur sur chaque simulation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Feedback immédiat après chaque simulation : 2 points forts + 1 axe prioritaire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Chaque fundraiser passe au minimum 2 simulations complètes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ACCROCHE (4 pts) : naturel / règles 1-5 appliquées / identification genre / ton souriant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SCRIPT (6 pts) : malnutrition / RUTF / proposition paliers / chiffres-clés / transition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ÉCOUTE (3 pts) : silence respecté / reformulation / adaptation au profil prospect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OBJECTIONS (5 pts) : méthode AAR / argumentation / relance / calme / conviction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CLOSING (4 pts) : verrouillage / blindage / demande IBAN / prise de congé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TON GÉNÉRAL (2 pts) : chaleur / conviction / naturel tout au long de l'appel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Expert : 21-24 pts | Intermédiaire : 15-20 pts | Débutant : 8-14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Solférino, fondatrice du droit humanitaire, a eu lieu en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G — Révision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H — Révision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I — Révision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QUIZ FIM — Partie J — Révision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  Score : ___ /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86868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94760"/>
            <a:ext cx="585216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10972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11155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47120" y="11430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15600" y="20116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6132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0" y="20574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8308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6888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4612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Q19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0916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9496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3524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2104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8408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15600" y="29260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6132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247120" y="29718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4712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04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584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584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73736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8308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6888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4612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3192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3192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0916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9496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648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7220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Q29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5800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8952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3524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2104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2104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5256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9828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8408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8408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515600" y="38404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61320" y="3858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247120" y="38862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24712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2004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584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0584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73736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78308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6888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6888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4612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93192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93192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66344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0916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9496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496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2648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7220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5800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58952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3524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32104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32104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05256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09828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Q39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78408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8408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515600" y="4754880"/>
            <a:ext cx="1371600" cy="7772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561320" y="4773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  <a:latin typeface="Calibri"/>
              </a:rPr>
              <a:t>Q40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247120" y="4800600"/>
            <a:ext cx="54864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24712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926080"/>
            <a:ext cx="6675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C000"/>
                </a:solidFill>
                <a:latin typeface="Calibri"/>
              </a:rPr>
              <a:t>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468880"/>
            <a:ext cx="7589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C000"/>
                </a:solidFill>
                <a:latin typeface="Calibri"/>
              </a:rPr>
              <a:t>★  ★  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