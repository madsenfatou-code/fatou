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32004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914400"/>
            <a:ext cx="2194560" cy="640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91440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BOOK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SHY-Performance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8080"/>
                </a:solidFill>
                <a:latin typeface="Calibri"/>
              </a:rPr>
              <a:t>SYNOPSIS &amp;
OBJECTIFS PÉDAGOGIQUES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566160"/>
            <a:ext cx="365760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1A1A1A"/>
                </a:solidFill>
                <a:latin typeface="Calibri"/>
              </a:rPr>
              <a:t>Formation Initiale Module — Fundraiser UNICEF
SHY-Performance × FIDELIS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FIDELIS  ×  UNICEF France  |  Formation Initiale Module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Synopsis de la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Formation Initiale Module (FIM) de 5 jours destinée aux fundraisers SHY-Performance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Mandatés par FIDELIS pour le compte de l'UNICEF France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Campagne : collecte de dons téléphoniques — Prélèvement Automatique Régulier (PPA)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Cause : lutte contre la malnutrition infantile aigüe sévère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Couvre l'intégralité de la chaîne de compétences : cause → script → objections → closing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Pédagogie active : apport théorique + exercice pratique toutes les 20 minutes maximum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Documents officiels de campagne intégrés : script UNICEF, nomenclature Fidelis, grilles 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Programme — Vue d'Ensemble 5 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J1 — Fondations &amp; Mission : KPIs, nomenclature, types d'opérations, script accroche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J2 — Monde Associatif &amp; Humanitaire : Loi 1901, histoire, UNICEF, marché de la collecte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J3 — Analyse et Lecture du Script : décryptage des 7 étapes, exercices voix haute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J4 — Traitement des Objections : 15 objections, 5 catégories, méthode AAR, jeux de rôle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J5 — Synthèse Générale &amp; Simulations : révision, simulations terrain, quiz 40Q, certifications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Objectifs Pédagogiques — SAVOIR &amp; SAVOIR-FAIRE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5486400" cy="411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SAVOIR — Connaissance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Présenter l'UNICEF, sa mission, 75 ans, 190 pays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Expliquer la malnutrition &amp; les sachets RUTF (92g)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Situer le secteur associatif (Loi 1901, Comité Charte, RGPD, Bloctel)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Citer les arguments de légitimité UNICEF (93% terrain, Nobel 1965)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Définir la nomenclature métier (CU/H, TX Transfo, PDC, PEL, PA)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71600"/>
            <a:ext cx="5486400" cy="4114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7160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SAVOIR-FAIRE — Technique d'appel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74519"/>
            <a:ext cx="53035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Appliquer les 5 règles officielles de l'accroche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Conduire le script complet en 7 étapes chronométrées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Qualifier chaque appel conformément à la nomenclature Fidelis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Gérer les 4 modes de validation du don (IBAN / PA ligne / promesse / courrier)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1A1A"/>
                </a:solidFill>
                <a:latin typeface="Calibri"/>
              </a:rPr>
              <a:t>▸ Traiter les 15 objections types par la méthode AAR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Objectifs Pédagogiques — SAVOIR-ÊTRE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Maintenir un ton chaleureux, souriant et naturel tout au long de l'appel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Gérer les objections sensibles (accent, source numéro, accusations d'arnaque) avec calme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Transmettre une conviction sincère et personnelle pour la mission UNICEF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Rebondir après un refus sans perdre énergie ni conviction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Respecter le prospect en toutes circonstances — jamais d'insistance agressive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Intégrer et vivre le mantra : 'Le refus d'aujourd'hui peut être le don de demain'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Indicateurs de Performance — KPI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7830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KPI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417320"/>
            <a:ext cx="49834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77440" y="150876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Libellé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06640" y="1417320"/>
            <a:ext cx="4069080" cy="621792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0" y="150876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Objectif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75688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16712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CU/H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075688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16712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Contacts Utiles par Heure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2075688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2167128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9 minimum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34056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825496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TX Transfo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734056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2825496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% de PEL/PA parmi les CU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06640" y="2734056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0" y="2825496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Cible selon association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92424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483864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PDC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392424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3483864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Plan de Charge mensuel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06640" y="3392424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0" y="3483864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Volume défini par Fidelis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050792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142232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Qualification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4050792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77440" y="4142232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Conformité des qualifications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06640" y="4050792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80" y="4142232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50% de la qualité Fidelis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709160"/>
            <a:ext cx="1783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4800600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709160"/>
            <a:ext cx="4983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0" y="4800600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Prélèvement En Ligne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06640" y="4709160"/>
            <a:ext cx="40690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0" y="4800600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Mode prioritaire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367528"/>
            <a:ext cx="1783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458968"/>
            <a:ext cx="1645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PA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0" y="5367528"/>
            <a:ext cx="49834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377440" y="5458968"/>
            <a:ext cx="48463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Prélèvement Automatique Régulier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06640" y="5367528"/>
            <a:ext cx="4069080" cy="621792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98080" y="5458968"/>
            <a:ext cx="39319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Calibri"/>
              </a:rPr>
              <a:t>Produit unique de la campagne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914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286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Population Cible &amp; Architecture Pédagogique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Public : fundraisers juniors ou en reconversion, niveau Bac à Bac+2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Effectif : 8 à 14 fundraisers par session (qualité des jeux de rôle garantie)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Prérequis : aucune expérience en collecte de dons requise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Dimension Opérationnelle (50%) : script, grille AAR, quiz, mises en situation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Dimension Relationnelle (35%) : jeux de rôle binômes, grille observation, débriefs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1A1A"/>
                </a:solidFill>
                <a:latin typeface="Calibri"/>
              </a:rPr>
              <a:t>▸ Dimension Motivationnelle (15%) : chiffres-chocs, storytelling terrain,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967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Calibri"/>
              </a:rPr>
              <a:t>MERCI POUR VOTRE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2926080"/>
            <a:ext cx="6675120" cy="548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