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KIT FIM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8080"/>
                </a:solidFill>
                <a:latin typeface="Calibri"/>
              </a:rPr>
              <a:t>FILE CONDUCTEUR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251960"/>
            <a:ext cx="758952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Guide d'utilisation du kit de formation FIM
Formation Initiale Module — Fundraiser UNICEF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  |  © SHY-Performance 2025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Présentation du Kit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7 documents composent ce kit de formation complet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0 — File Conducteur (ce document) : guide d'utilisation globale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1 — Synopsis &amp; Objectifs Pédagogiques : cadre et vision de la formation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J1 — Fondations &amp; Mission : KPIs, nomenclature, script accroche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J2 — Monde Associatif &amp; Humanitaire : contexte, loi 1901, UNICEF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J3 — Analyse et Lecture du Script : décryptage phrase par phrase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J4 — Traitement des Objections : 15 objections, méthode AAR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J5 — Synthèse Générale &amp; Simulations : évaluation finale, quiz 40Q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Qui forme ? Qui est formé ?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563624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514344" cy="4114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3514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514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DONNEUR D'ORDRE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331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FIDELIS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Mandataire officiel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Campagne UNICEF France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Pilotage &amp; conformité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0604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0728" y="1563624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45864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5864" y="1508760"/>
            <a:ext cx="3514344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5864" y="1527048"/>
            <a:ext cx="3514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5864" y="1965960"/>
            <a:ext cx="3514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80"/>
                </a:solidFill>
                <a:latin typeface="Calibri"/>
              </a:rPr>
              <a:t>OPÉRATEUR TERRAIN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7304" y="2651760"/>
            <a:ext cx="3331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SHY-Performance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Centre de collecte téléphonique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Formation &amp; encadrement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Supervision qualité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0184" y="260604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7952" y="1563624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43088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43088" y="1508760"/>
            <a:ext cx="3514344" cy="41148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3088" y="1527048"/>
            <a:ext cx="3514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3088" y="1965960"/>
            <a:ext cx="3514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70"/>
                </a:solidFill>
                <a:latin typeface="Calibri"/>
              </a:rPr>
              <a:t>PUBLIC CIBLE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4528" y="2651760"/>
            <a:ext cx="3331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Fundraisers juniors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Nouveaux entrants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Niv. Bac à Bac+2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Aucun prérequis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7408" y="260604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📅 5 JOURS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Formation intensive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7583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75838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👤 8 –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5838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Fundraisers par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4476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4476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⏱ 6h40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4476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Production effective/jour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311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3114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🎓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3114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Prérequis requis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217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41" name="Picture 4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Comment utiliser ce kit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Chaque book jour est autonome — il peut être utilisé seul pour un rappel ciblé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 Book 1 Synopsis sert de document de référence permanent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Les slides de quiz (Book J5) sont prêtes à l'emploi pour tout nouvel apprenant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Les jeux de rôle sont signalés par le picto 🎭 — prévoir binômes à l'avance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Les slides 'MANTRA' sont à laisser affichées pendant les exercices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La grille d'observation formateur est à imprimer avant chaque journée J3–J5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Code Couleur &amp; Légende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🟦 Bandeau TEAL #008080 — slide de contenu standard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🟥 Encart ROUGE — point d'attention critique, règle obligatoire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⬜ Fond blanc / teal clair — exercice pratique ou définition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★ Slide MANTRA — citation à mémoriser, laisser affichée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🎭 Jeu de rôle — exercice en binôme ou groupe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📊 Grille d'évaluation — outil formateur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❓ Quiz — évaluation des connaissances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Planning Recommandé — 5 Jours de 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563624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2035454" cy="4114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203545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20354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FONDATIONS
&amp;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85257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KPIs &amp; Nomenclature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Script accroche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Types d'opérations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9h30 → 17h30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0604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21838" y="1563624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66974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6974" y="1508760"/>
            <a:ext cx="2035454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6974" y="1527048"/>
            <a:ext cx="203545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6974" y="1965960"/>
            <a:ext cx="20354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80"/>
                </a:solidFill>
                <a:latin typeface="Calibri"/>
              </a:rPr>
              <a:t>MONDE
ASSOCIATIF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8414" y="2651760"/>
            <a:ext cx="185257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Loi 1901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Histoire humanitaire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UNICEF &amp; Charte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9h30 → 17h30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1294" y="260604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563624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5308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5308" y="1508760"/>
            <a:ext cx="2035454" cy="41148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5308" y="1527048"/>
            <a:ext cx="203545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5308" y="1965960"/>
            <a:ext cx="20354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70"/>
                </a:solidFill>
                <a:latin typeface="Calibri"/>
              </a:rPr>
              <a:t>LECTURE
DU 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6748" y="2651760"/>
            <a:ext cx="185257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7 étapes décryptées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Exercices intensifs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Jeux de rôle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9h30 → 17h30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9628" y="260604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58506" y="1563624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03642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03642" y="1508760"/>
            <a:ext cx="2035454" cy="41148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3642" y="1527048"/>
            <a:ext cx="203545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3642" y="1965960"/>
            <a:ext cx="20354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TRAITEMENT
OBJECTIONS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5082" y="2651760"/>
            <a:ext cx="185257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15 objections / 5 cat.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Méthode AAR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Simulations terrain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9h30 → 17h30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7962" y="260604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76840" y="1563624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21976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21976" y="1508760"/>
            <a:ext cx="2035454" cy="41148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21976" y="1527048"/>
            <a:ext cx="203545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1976" y="1965960"/>
            <a:ext cx="20354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5555"/>
                </a:solidFill>
                <a:latin typeface="Calibri"/>
              </a:rPr>
              <a:t>SYNTHÈSE &amp;
SIMULATIONS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3416" y="2651760"/>
            <a:ext cx="185257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Quiz 40 questions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Certifications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Félicitations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9h30 → 17h30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6296" y="260604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🌅 9h30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Prise de poste + briefing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7583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75838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☕ 11h00 / 15h30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5838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Pauses matin &amp; après-midi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4476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4476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🍽 13h00–14h00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4476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Pause déjeuner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311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13114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🏁 17h30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3114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Fin de journée officielle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217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55" name="Picture 5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5895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Élaboré par Tamou Eljerrari | Sur ordre de Mme Salima Negrao, DG SHY-Performance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