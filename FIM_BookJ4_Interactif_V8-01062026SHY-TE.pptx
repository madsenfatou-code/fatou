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J4  ·  Journée 4 — 5 jours de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Objections &amp; Verrouillage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15 objections · AAR · Règle 60s · Verrouillage 50%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Règles Fondamentales — Gestion Objections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Verrouillage &amp; Closing — Sécuriser la Promesse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J4 — 6 Questions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438912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33271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804672"/>
            <a:ext cx="1090879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8412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de catégories d'objections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2070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2435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5270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5636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5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8470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188366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16712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20370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33472"/>
            <a:ext cx="438912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8620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633472"/>
            <a:ext cx="1090879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6700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Acronyme AAR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0358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0723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Analyser / Adapter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558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3924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Accuser / Argumenter / Reformuler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67588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124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Accuser réception / Argumenter / Relancer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9959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0325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Approcher / Assurer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62272"/>
            <a:ext cx="438912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6908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462272"/>
            <a:ext cx="1090879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4988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d'objections au total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8646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9011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846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2212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5046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4126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15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8247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8613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291072"/>
            <a:ext cx="438912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65196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6291072"/>
            <a:ext cx="1090879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63276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Règle 60 secondes : objectif minimum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66934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7299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 PEL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70134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70500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 CU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73334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73700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 PA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76535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76901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 DON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8119871"/>
            <a:ext cx="438912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8348471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8119871"/>
            <a:ext cx="1090879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8156447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Max d'objections APRÈS l'appel au don 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852220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855878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884224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887882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 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916228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91988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94823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" y="95189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9948672"/>
            <a:ext cx="438912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1752" y="101772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9948672"/>
            <a:ext cx="1090879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" y="9985247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Verrouillage réussi : confirmation promises 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1035100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1038758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1067104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1070762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1099108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" y="110276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50% 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113111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" y="113477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70%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Quiz J4 — Objections &amp; Verrouillage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