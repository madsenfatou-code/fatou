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0  ·  Fil Conducteur  ·  Document de parcours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Bienvenue dans la Formation FIM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Fundraiser Impact Mission — UNICEF France × SHY-Performance × FIDELIS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Ce livret est votre guide pour les 5 jours de formation + 2 ateliers pratiques.
Il contient votre planning, vos engagements et votre tableau de bord personnel.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050"/>
                </a:solidFill>
              </a:rPr>
              <a:t>Vous allez maîtriser le script officiel UNICEF en 7 étapes, qualifier vos appels
selon la nomenclature FIDELIS et atteindre l'objectif de 9 CU/H minimum.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Vos 5 Journées de Formation + 2 Ateliers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Fondations
&amp; 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Mission UNICEF · KPI FIDELIS · Nomenclature · Organisation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5104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5104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8256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5104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Loi 1901 · Histoire humanitaire · 3 principes · Don régulier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8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75888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Analyse &amp;
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8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Script 7 étapes · 5 règles accroche · 4 modes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76672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76672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9824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Traitement
Objections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2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8112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15 objections · 5 catégories · Méthode AAR · Jeux de rôle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77456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77456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Synthèse &amp;
Certif.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77456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Simulations · Grille 24 critères · Quiz 40Q · Certifications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1392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Atelier
Pratique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Appels simulés live · Grille formateur · Feedback immédiat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79024" y="822960"/>
            <a:ext cx="166420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33888" y="841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79024" y="1170432"/>
            <a:ext cx="1664208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52176" y="1207008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Atelier
Pratique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9024" y="2039112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70464" y="2103120"/>
            <a:ext cx="148132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Certification finale · Plan prise de poste J+0→J+30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559552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5632704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35h formation + 2 ateliers pratiques · 9h30–17h30 · 6h40 production effective · Certification FIDELIS × UNICEF France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Votre Contrat d'Engagement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Vos engagements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Participer activement à toutes les mises en situation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Compléter votre livret personnel chaque soir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Demander un feedback précis après chaque exercice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Respecter la confidentialité des échanges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Arriver à l'heure — le groupe démarre ensemble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 que SHY-Performance vous offre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Un feedback individuel personnalisé chaque jour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Des exercices pratiques progressifs et bienveillants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Un formateur qui adapte le rythme à votre profil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Un suivi à J+15 et J+30 après la formation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Une certification reconnue FIDELIS ×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32120"/>
            <a:ext cx="11640312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60527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Mantra : « Le refus d'aujourd'hui peut être le don de demain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0 — Fil Conducteur ·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