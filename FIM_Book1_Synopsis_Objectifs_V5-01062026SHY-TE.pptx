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BOOK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SYNOPSIS &amp;
OBJECTIFS PÉDAGOGIQUES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Formation Initiale Module — Fundraiser UNICEF
SHY-Performance × FIDELIS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Synopsis de la Formation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Formation Initiale Module (FIM) de 5 jours destinée aux fundraisers SHY-Performance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41002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41002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77578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Mandatés par FIDELIS pour le compte de l'UNICEF France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00676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00676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7252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Campagne : collecte de dons téléphoniques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Prélèvement Automatique Régulier (PPA)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60350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60350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96926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Cause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lutte contre la malnutrition infantile aigüe sévère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20025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20025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56601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Couvre l'intégralité de la chaîne de compétences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cause → script → objections → closing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779699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779699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16275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Pédagogie active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apport théorique + exercice pratique toutes les 20 minutes maximum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439373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439373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75949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Documents officiels de campagne intégrés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script UNICEF, nomenclature Fidelis, grilles KPI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Programme — Vue d'Ensemble 5 Jours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88696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8869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67335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733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J1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Fondations &amp; Mission : KPIs, nomenclature, types d'opérations, script accroche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404872"/>
            <a:ext cx="119877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404872"/>
            <a:ext cx="64008" cy="8869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596896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59689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441448"/>
            <a:ext cx="11000232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J2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Monde Associatif &amp; Humanitaire : Loi 1901, histoire, UNICEF, marché de la collecte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3328416"/>
            <a:ext cx="11987784" cy="88696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3328416"/>
            <a:ext cx="64008" cy="8869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64992"/>
            <a:ext cx="11000232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J3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Analyse et Lecture du Script : décryptage des 7 étapes, exercices voix haute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4251960"/>
            <a:ext cx="119877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4251960"/>
            <a:ext cx="64008" cy="8869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44398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4439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288536"/>
            <a:ext cx="11000232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J4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Traitement des Objections : 15 objections, 5 catégories, méthode AAR, jeux de rôle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5175504"/>
            <a:ext cx="11987784" cy="88696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5175504"/>
            <a:ext cx="64008" cy="88696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536752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5367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212080"/>
            <a:ext cx="11000232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J5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Synthèse Générale &amp; Simulations : révision, simulations terrain, quiz 40Q, certifications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Objectifs Pédagogiques — SAVOIR &amp; SAVOIR-FAIRE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21207" y="1572768"/>
            <a:ext cx="5394960" cy="46634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53949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39496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087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SAVOIR — Connaissance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539496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011680"/>
            <a:ext cx="54864" cy="8046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48256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Présenter l'UNICEF, sa mission, 75 ans, 190 pays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43784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843784"/>
            <a:ext cx="54864" cy="8046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880360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Expliquer la malnutrition &amp; les sachets RUTF (92g)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75888"/>
            <a:ext cx="539496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675888"/>
            <a:ext cx="54864" cy="8046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712464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Situer le secteur associatif (Loi 1901, Comité Charte, RGPD, Bloctel)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07992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507992"/>
            <a:ext cx="54864" cy="8046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544568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Citer les arguments de légitimité UNICEF (93% terrain, Nobel 1965)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40096"/>
            <a:ext cx="539496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340096"/>
            <a:ext cx="54864" cy="8046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376672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Définir la nomenclature métier (CU/H, TX Transfo, PDC, PEL, PA)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64808" y="1572768"/>
            <a:ext cx="5394960" cy="46634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508760"/>
            <a:ext cx="53949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1508760"/>
            <a:ext cx="5394960" cy="50292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150876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SAVOIR-FAIRE — Technique d'appel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011680"/>
            <a:ext cx="539496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2011680"/>
            <a:ext cx="54864" cy="8046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2048256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Appliquer les 5 règles officielles de l'accroche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843784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2843784"/>
            <a:ext cx="54864" cy="8046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880360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Conduire le script complet en 7 étapes chronométrées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675888"/>
            <a:ext cx="539496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3675888"/>
            <a:ext cx="54864" cy="8046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3712464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Qualifier chaque appel conformément à la nomenclature Fidelis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507992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4507992"/>
            <a:ext cx="54864" cy="8046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4544568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Gérer les 4 modes de validation du don (IBAN / PA ligne / promesse / courrier)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5340096"/>
            <a:ext cx="5394960" cy="80467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5340096"/>
            <a:ext cx="54864" cy="8046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5376672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Traiter les 15 objections types par la méthode AAR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Objectifs Pédagogiques — SAVOIR-ÊTRE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Maintenir un ton chaleureux, souriant et naturel tout au long de l'appel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25094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25094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28752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Gérer les objections sensibles (accent, source numéro, accusations d'arnaque) avec calme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302056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302056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05714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Transmettre une conviction sincère et personnelle pour la mission UNICEF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79018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79018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2676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Rebondir après un refus sans perdre énergie ni conviction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55980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55980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59638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Respecter le prospect en toutes circonstances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jamais d'insistance agressive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532942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53294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3660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Intégrer et vivre le mantra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'Le refus d'aujourd'hui peut être le don de demain'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Indicateurs de Performance — KPI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1444752"/>
            <a:ext cx="178308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444752"/>
            <a:ext cx="498348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53619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Libellé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444752"/>
            <a:ext cx="406908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1536192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Objectif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03120"/>
            <a:ext cx="1783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CU/H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2103120"/>
            <a:ext cx="4983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219456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Contacts Utiles par Heure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2103120"/>
            <a:ext cx="4069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2194560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9 minimum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61488"/>
            <a:ext cx="1783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852928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TX Transfo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2761488"/>
            <a:ext cx="49834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285292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% de PEL/PA parmi les CU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2761488"/>
            <a:ext cx="4069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0" y="2852928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Cible selon association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419856"/>
            <a:ext cx="1783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511296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PDC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3419856"/>
            <a:ext cx="4983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77440" y="351129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Plan de Charge mensuel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06640" y="3419856"/>
            <a:ext cx="4069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0" y="3511296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Volume défini par Fidelis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078224"/>
            <a:ext cx="1783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169664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Qualification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4078224"/>
            <a:ext cx="49834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416966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Conformité des qualifications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06640" y="4078224"/>
            <a:ext cx="4069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0" y="4169664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50% de la qualité Fidelis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736592"/>
            <a:ext cx="1783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828032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0" y="4736592"/>
            <a:ext cx="4983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77440" y="482803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Prélèvement En Ligne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06640" y="4736592"/>
            <a:ext cx="4069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0" y="4828032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Mode prioritaire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394960"/>
            <a:ext cx="1783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486400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0" y="5394960"/>
            <a:ext cx="49834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77440" y="548640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Prélèvement Automatique Régulier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06640" y="5394960"/>
            <a:ext cx="4069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0" y="5486400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1A"/>
                </a:solidFill>
                <a:latin typeface="Calibri"/>
              </a:rPr>
              <a:t>Produit unique de la campagne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Population Cible &amp; Architecture Pédagogique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963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Public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fundraisers juniors ou en reconversion, minimum niveau Bac, excellent niveau de langue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25094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25094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36601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28752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Effectif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8 à 14 fundraisers par session (qualité des jeux de rôle garantie)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302056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302056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13563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05714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Prérequis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aucune expérience en collecte de dons requise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79018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79018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90525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82676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Dimension Opérationnelle (50%)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script, grille AAR, quiz, mises en situation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559808"/>
            <a:ext cx="11987784" cy="7330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55980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67487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59638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Dimension Relationnelle (35%)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jeux de rôle binômes, grille observation, débriefs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5329428"/>
            <a:ext cx="11987784" cy="7330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5329428"/>
            <a:ext cx="64008" cy="7330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44449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366004"/>
            <a:ext cx="11000232" cy="65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Dimension Motivationnelle (15%)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chiffres-chocs, storytelling terrain, personas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