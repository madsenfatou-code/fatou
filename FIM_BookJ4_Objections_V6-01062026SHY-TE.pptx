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J4  ·  Journée 4  ·  Objections UNICEF France × FIDELIS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Traitement des Objections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15 objections · 5 catégories · Méthode AAR · Jeux de rôle téléphonique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4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ÉCOUTE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Écoute de 5 extraits d'appels :
bonne et mauvaise gestion
d'une objection.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'Qu'avez-vous entendu ?
Qu'est-ce qui a tout changé
dans la réponse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15 objections · 5 catégories
Méthode AAR
Accuser réception/Argumenter/Relancer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ENTRAÎNEMENT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Jeux de rôle en binômes
sur chaque catégorie.
Grille d'observation formateur.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À retenir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Grille écoute active validée formateur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LFI : 'Quelle objection me challenge le plus ?'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Score seuil 14/20 pour validation J4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Votre Méthode AAR — Accuser Réception · Argumenter · Relancer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3813048" cy="62179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822960"/>
            <a:ext cx="359359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
ACCUSER
RÉCEPTION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26464"/>
            <a:ext cx="3813048" cy="4279392"/>
          </a:xfrm>
          <a:prstGeom prst="rect">
            <a:avLst/>
          </a:prstGeom>
          <a:solidFill>
            <a:srgbClr val="FFFFFF"/>
          </a:solidFill>
          <a:ln w="228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1499616"/>
            <a:ext cx="352044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Montrez que vous avez entendu.
Ne justifiez pas immédiatement.
'Je comprends tout à fait…'
'C'est une question que beaucoup
se posent et c'est légitime…'
⚠ Pas de 'Oui mais…' ou
'Non vous avez tort…'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804672"/>
            <a:ext cx="3813048" cy="62179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5" y="822960"/>
            <a:ext cx="359359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
ARGUMENTER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426464"/>
            <a:ext cx="3813048" cy="4279392"/>
          </a:xfrm>
          <a:prstGeom prst="rect">
            <a:avLst/>
          </a:prstGeom>
          <a:solidFill>
            <a:srgbClr val="FFFFFF"/>
          </a:solidFill>
          <a:ln w="228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1499616"/>
            <a:ext cx="352044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1 argument + 1 preuve + 1 chiffre.
Règles d'or :
→ 1 seul argument par réponse
→ Preuve vérifiable (rapport annuel)
→ Chiffre simple et mémorisable
Ex : '10€/mois = 33 centimes/jour
= 1 enfant traité en 6 semaines'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59" y="804672"/>
            <a:ext cx="3813048" cy="621792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5" y="822960"/>
            <a:ext cx="359359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
RELANCER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59" y="1426464"/>
            <a:ext cx="3813048" cy="4279392"/>
          </a:xfrm>
          <a:prstGeom prst="rect">
            <a:avLst/>
          </a:prstGeom>
          <a:solidFill>
            <a:srgbClr val="FFFFFF"/>
          </a:solidFill>
          <a:ln w="2286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499616"/>
            <a:ext cx="352044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Revenez à la proposition.
Pas de pression.
'Est-ce que cela répond à
votre question ?'
'On peut aller plus loin ?'
'Qu'est-ce qui vous permettrait
de vous sentir à l'aise ?'
⚠ Laissez 3 secondes de silence
avant de relancer.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797296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5870448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 silence après votre argument est votre allié. Comptez 1–2–3 mentalement avant de relancer.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Les 5 Catégories d'Objections — 15 Situations à Maîtriser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328062" cy="47548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218175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1
OBJECTIONS INITIALES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280160"/>
            <a:ext cx="2328062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344168"/>
            <a:ext cx="218175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Phase d'accroche — 8 objections :
• Pas intéressé
• Faux numéro
• Appel pour un don
• Je donne déjà
• Arnaque
• Je ne donne pas par téléphone
• Pas confiance aux associations
• N'aime pas être contacté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0670" y="804672"/>
            <a:ext cx="2328062" cy="47548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2110" y="822960"/>
            <a:ext cx="218175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2
FINANCIÈRES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20670" y="1280160"/>
            <a:ext cx="2328062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2110" y="1344168"/>
            <a:ext cx="218175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Après l'appel au don — 3 objections :
• Je donne déjà ailleurs
• Je n'ai pas les moyens
• Dernier positionnement financier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67020" y="804672"/>
            <a:ext cx="2328062" cy="47548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8460" y="822960"/>
            <a:ext cx="218175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3
CONTRE LE PA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7020" y="1280160"/>
            <a:ext cx="2328062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58460" y="1344168"/>
            <a:ext cx="218175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Sur le prélèvement — 3 objections :
• Préfère le don ponctuel
• N'aime pas l'engagement mensuel
• Dernier positionnement PA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3371" y="804672"/>
            <a:ext cx="2328062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4811" y="822960"/>
            <a:ext cx="218175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4
MÉFIANCE IBAN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3371" y="1280160"/>
            <a:ext cx="2328062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4811" y="1344168"/>
            <a:ext cx="218175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Sur la sécurité bancaire :
• Protocole SEPA expliqué
• Droits du donateur (arrêt 1 clic)
• Réassurance données bancaires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59721" y="804672"/>
            <a:ext cx="2328062" cy="475488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1161" y="822960"/>
            <a:ext cx="218175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5
CONFLICTUELLES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9721" y="1280160"/>
            <a:ext cx="2328062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33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1161" y="1344168"/>
            <a:ext cx="218175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Objections sensibles :
• Origine de l'appel
• Source du numéro
• RGPD / Droits légaux
• Bloctel / liste rouge
• Accent · Identité de l'appelant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797296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5870448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La majorité des appels se termine à Cat.1. Maîtriser ces 8 objections = atteindre vos 9 CU/H.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J4  ·  Journée 4  ·  Objections UNICEF France × FIDELIS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