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7712"/>
            <a:ext cx="12188952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"/>
            <a:ext cx="292608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"/>
            <a:ext cx="36576" cy="6583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EEEE"/>
                </a:solidFill>
              </a:rPr>
              <a:t>BOOK J4  ·  Journée 4  ·  Écoute active &amp; Réponses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60120"/>
            <a:ext cx="11521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Gérer les Objections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Transformer chaque refus en opportunité d'engagement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 vous allez apprendre à aimer les objections.
Un donateur qui objecte est un donateur qui dialogue.
Chaque 'non' cache souvent un 'pas encore' — et c'est là que vous entrez en jeu.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Journée 4 — Ce que vous allez vivre aujourd'hui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91007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Vous analysez 5 extraits
vidéo : bonne et mauvaise
gestion d'objection.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2686" y="804672"/>
            <a:ext cx="2910078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2686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2414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'Qu'avez-vous remarqué ?
Qu'est-ce qui a tout changé
dans la réponse 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052" y="804672"/>
            <a:ext cx="2910078" cy="27432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1052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Les 12 objections types.
La réponse en 4 temps.
Les mots qui ouvrent.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9418" y="804672"/>
            <a:ext cx="2910078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2570" y="841248"/>
            <a:ext cx="276377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9418" y="1078992"/>
            <a:ext cx="291007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9146" y="1124712"/>
            <a:ext cx="269062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Battle : tournoi d'objections
par équipes. Tirage au sort.
Le groupe vote la meilleure réponse.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40312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1114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Vos 3 réussites à valider aujourd'hui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Grille écoute active + objections validée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4423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5863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Réflexion dans votre livret : 'Quelle objection me challenge le plus ?'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527" y="5367528"/>
            <a:ext cx="38435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7" y="540410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Score ≥ 14/20 pour validation J4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Répondre à une Objection — Votre Méthode en 4 Temps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2816352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84124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
ACCUSEZ RÉCEPTION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2816352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517904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Ne justifiez pas immédiatement.
Montrez que vous avez entendu.
'Je comprends tout à fait…'
'C'est une question que beaucoup
de personnes se posent…'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804672"/>
            <a:ext cx="2816352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84124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
REFORMULEZ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44752"/>
            <a:ext cx="2816352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1517904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Assurez-vous d'avoir compris
le vrai frein, pas la surface.
'Si je comprends bien, vous voulez
dire que… c'est bien ça ?'
'Ce qui vous préoccupe c'est…'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804672"/>
            <a:ext cx="2816352" cy="640080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84124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
RÉPONDEZ AVEC PREUVE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44752"/>
            <a:ext cx="2816352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517904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 preuve concrète +
1 chiffre + 1 exemple réel.
Rapport annuel UNICEF public.
Audit Comité de la Charte.
Témoignage donateur.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804672"/>
            <a:ext cx="2816352" cy="6400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841248"/>
            <a:ext cx="2596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
RELANCEZ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444752"/>
            <a:ext cx="2816352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517904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Revenez à la proposition
avec naturel. Pas de pression.
'Est-ce que cela répond à
votre question ?
On peut aller plus loin 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83480"/>
            <a:ext cx="11640312" cy="40233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505663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 silence après votre réponse est normal. Laissez le donateur traiter l'information. Comptez 3 secondes avant de relancer.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64008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"/>
            <a:ext cx="36576" cy="4754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14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Les 12 Objections Types — Vos Réponses Prêtes à l'Emploi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SHY-Performance  ·  Formation FIM  ·  V6-01062026SHY-TE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04672"/>
            <a:ext cx="38404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841248"/>
            <a:ext cx="2926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804672"/>
            <a:ext cx="4334256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841248"/>
            <a:ext cx="4242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L'objection que vous entendez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7488" y="804672"/>
            <a:ext cx="161848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1" y="841248"/>
            <a:ext cx="1527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804672"/>
            <a:ext cx="5340096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841248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Ce que vous répondez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097280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188720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097280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170432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n'ai pas les moyens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488" y="1097280"/>
            <a:ext cx="1618488" cy="425196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1" y="1170432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Financière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3408" y="1097280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1152144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30 centimes par jour — moins qu'un café. Impact : 6 enfants par 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527048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618488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1527048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1600200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ne fais pas confiance aux 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1527048"/>
            <a:ext cx="1618488" cy="4251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1" y="1600200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Méfiance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3408" y="1527048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1581912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Rapport public, audit Comité de la Charte, 82% fonds aux programmes.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956816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048256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1956816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029968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J'ai déjà fait un don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7488" y="1956816"/>
            <a:ext cx="1618488" cy="4251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1" y="2029968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Déjà engagé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1956816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2011680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Super — et si on transformait ce geste en impact mensuel continu 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386584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2478024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2386584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2459736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dois réfléchir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47488" y="2386584"/>
            <a:ext cx="1618488" cy="425196"/>
          </a:xfrm>
          <a:prstGeom prst="rect">
            <a:avLst/>
          </a:prstGeom>
          <a:solidFill>
            <a:srgbClr val="C0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1" y="2459736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93408" y="2386584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2441448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Qu'est-ce qui vous retient ? (identifier le vrai frein, puis ancrer l'urgence)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816352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07792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2816352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2889504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Combien vous gagnez 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7488" y="2816352"/>
            <a:ext cx="1618488" cy="4251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02351" y="2889504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Méfiance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93408" y="2816352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84848" y="2871216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Transparence totale : emploi déclaré, encadrement légal, mission noble.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246120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3337560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" y="3246120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3319272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donne à d'autres causes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47488" y="3246120"/>
            <a:ext cx="1618488" cy="425196"/>
          </a:xfrm>
          <a:prstGeom prst="rect">
            <a:avLst/>
          </a:prstGeom>
          <a:solidFill>
            <a:srgbClr val="66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02351" y="3319272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Concurrent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93408" y="3246120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84848" y="3300984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Chaque cause est unique — les droits des enfants ne concurrencent rien.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675888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3767328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" y="3675888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3749040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Ce n'est pas le bon moment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47488" y="3675888"/>
            <a:ext cx="161848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02351" y="3749040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Temporel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93408" y="3675888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84848" y="3730752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Le premier prélèvement est dans 30 jours — vous avez le temps de confirmer.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105656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" y="4197096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" y="4105656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4178808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L'argent ne parvient pas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7488" y="4105656"/>
            <a:ext cx="1618488" cy="4251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02351" y="4178808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Méfiance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93408" y="4105656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84848" y="4160520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82% des dons aux programmes — rapport annuel en ligne, auditeurs indépendants.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535424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" y="4626864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" y="4535424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" y="4608576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suis pressé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47488" y="4535424"/>
            <a:ext cx="161848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02351" y="4608576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Temporel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93408" y="4535424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84848" y="4590288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45 secondes suffit : 10€/mois = 6 enfants aidés par an. C'est tout.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965192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5056631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" y="4965192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5038344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Mon conjoint(e) décide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47488" y="4965192"/>
            <a:ext cx="1618488" cy="425196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02351" y="5038344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Autorité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93408" y="4965192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84848" y="5020055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Je vous envoie la brochure par SMS. Vous en parlez ce soir et je peux vous rappeler 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394959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5486399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O11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5800" y="5394959"/>
            <a:ext cx="433425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" y="5468112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Je n'aime pas les prélèvements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47488" y="5394959"/>
            <a:ext cx="1618488" cy="425196"/>
          </a:xfrm>
          <a:prstGeom prst="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02351" y="5468112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Processus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93408" y="5394959"/>
            <a:ext cx="5340096" cy="425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84848" y="5449823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Arrêt en 1 clic, sans engagement minimum, modification à tout moment.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824727"/>
            <a:ext cx="384048" cy="4251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0896" y="5916167"/>
            <a:ext cx="329184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800" y="5824727"/>
            <a:ext cx="433425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7240" y="5897879"/>
            <a:ext cx="4197096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Politique / religion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47488" y="5824727"/>
            <a:ext cx="1618488" cy="425196"/>
          </a:xfrm>
          <a:prstGeom prst="rect">
            <a:avLst/>
          </a:prstGeom>
          <a:solidFill>
            <a:srgbClr val="88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02351" y="5897879"/>
            <a:ext cx="1527048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Valeurs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93408" y="5824727"/>
            <a:ext cx="5340096" cy="4251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84848" y="5879591"/>
            <a:ext cx="5202936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UNICEF est strictement apolitique et aconfessionnel — seuls les droits des enfants comptent.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