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2
MONDE ASSOCIATIF
&amp; HUMANITAIRE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Comprendre pour Convaincre — Loi 1901, Histoire,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France Associative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1,5 million d'associations actives en France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1,8 million de salariés employés par le secteur associatif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22 millions de bénévoles mobilisés chaque année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Le secteur associatif représente 3,5% du PIB français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Chaque citoyen a bénéficié directement ou indirectement d'une action associative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Santé, éducation, sport, culture, humanitaire : tous les domaines sont couverts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Pensez-y : les Restos du Cœur servent 170 millions de repas/an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Définition Juridique — Loi du 1er Juillet 1901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Article 1 : 'Convention par laquelle deux ou plusieurs personnes mettent en commun leurs connaissances ou activité dans un but autre que de partager des bénéfices'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Caractère désintéressé : aucun profit distribué aux membres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But très divers : sportif, humanitaire, défense d'intérêts, promotion d'idées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Association de FAIT : non déclarée, n'existe pas aux yeux de l'administration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Association DÉCLARÉE : enregistrée officiellement — droits complets (subventions, dons)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Association RECONNUE D'UTILITÉ PUBLIQUE : agrément État, collecte de dons autorisée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L'UNICEF France est reconnue d'utilité publique — légitimité maximale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Histoire de l'Humanitaire — Des Origines à l'UNICEF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Moyen Âge : premières associations caritatives d'émanation religieuse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24 juin 1859 — Bataille de Solférino : Henry Dunant vient en aide aux blessés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1863 — Naissance de la Croix-Rouge et du droit humanitaire international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1901 — Loi française sur les associations : cadre légal moderne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1945 — Fin de la 2ème Guerre Mondiale : 13 millions d'enfants déplacés en Europe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11 décembre 1946 — Création de l'UNICEF par l'Assemblée Générale de l'ONU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1965 — L'UNICEF reçoit le Prix Nobel de la Paix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Principes Fondamentaux de l'Humanitaire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HUMANITÉ : soulager la souffrance humaine sans discrimination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IMPARTIALITÉ : aide accordée selon les besoins, sans distinction de nationalité, race ou religion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NEUTRALITÉ : ne pas prendre parti dans les conflits politiques ou militaires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INDÉPENDANCE : autonomie vis-à-vis des autorités politiques, économiques ou militaires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UNIVERSALITÉ : mouvement mondial — chaque organisation est égale en droits et devoirs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Ces principes guident l'action de l'UNICEF dans les 190 pays où il intervient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Évolution du Marché de la Collecte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AVANT 1990 — Plein boom : ONG reconnues, collecte facile, confiance totale, mailing dominant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1989 — Création du Comité de la Charte du Don en Confiance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1996 — Affaire ARC : crise de confiance majeure dans le secteur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1996 — Renforcement des contrôles : audits obligatoires, transparence totale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2000s — Montée du télémarketing et du marketing digital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2010s — RGPD, Bloctel : nouvelles réglementations encadrant la prospection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Aujourd'hui : label 'Don en Confiance' = gage de sérieux pour les donateurs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Impact Mondial — L'UNICEF en Action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VACCINATION : l'UNICEF vaccine 45% des enfants dans le monde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2022 : 2,2 milliards de vaccins distribués — la polio quasi éradiquée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EAU POTABLE : accès à l'eau saine pour des millions d'enfants en zones de crise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NUTRITION : distribution de sachets RUTF pour la malnutrition aigüe sévère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ÉDUCATION : programmes scolaires dans les zones de conflit et de catastrophe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PROTECTION : lutte contre le travail des enfants, les mariages forcés, le recrutement armé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93% des fonds collectés vont directement aux programmes terrain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Chaque 3 secondes, un enfant reçoit un vaccin grâce à l'UNICEF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 Comité de la Charte &amp; Le Don en Confiance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Créé en 1989, renforcé après l'Affaire ARC en 1996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Mission : renforcer le contrôle et la transparence des associations collectant des dons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Audit obligatoire des comptes + publication annuelle des rapports financiers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Label 'Don en Confiance' : garantie pour le donateur que l'association est sérieuse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UNICEF France en est membre — argument de légitimité clé face aux objections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Commissaire aux comptes indépendant certifie les comptes d'UNICEF France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Utiliser ce label comme réponse à l'objection 'Je ne fais pas confiance aux associations'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Pourquoi le Don Régulier est Vital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COMPRENDRE → S'ENGAGER → CONVAINCRE : le fundraiser qui comprend convainc mieux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don régulier permet de planifier les actions humanitaires sur le long terme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La faim, la maladie, le manque de soins ne s'arrêtent pas après une aide ponctuelle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Un don de 10€/mois = accompagner un enfant durant toutes les étapes de sa guérison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Flexible : le donateur peut modifier ou suspendre son don à tout moment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Impact cumulatif : 10€ × 12 mois = 120€/an soit 4 mois complets de nutrition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Argument : 'Sans votre soutien régulier, nos équipes ne peuvent pas planifier'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Comprendre pour Convaincre.
Chaque citoyen est concerné.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J2 — SHY-Performance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