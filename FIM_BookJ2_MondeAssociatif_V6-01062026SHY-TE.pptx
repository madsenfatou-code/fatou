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53035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93268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J2  ·  Journée 2  ·  France associative &amp; Histoire humanitaire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20700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Le Monde Associatif &amp; Humanitaire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0195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Comprendre le secteur pour représenter la cause avec légitimité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45720"/>
            <a:ext cx="822960" cy="8046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Aujourd'hui vous comprenez le secteur associatif français, l'histoire de l'humanitaire
et pourquoi le don régulier par prélèvement automatique est le modèle qui change tout
pour la pérennité des programmes UNICEF.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2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DÉCOUVERTE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Vous analysez 2 campagnes
de collecte téléphonique :
une réussie, une en difficulté.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'Qu'est-ce qui a fait
la différence ?
Pourquoi l'une a converti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France associative · Loi 1901
Histoire humanitaire
Don régulier · Don en Confiance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MISE EN PRATIQUE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Simulation : 'Expliquez
le don régulier à un prospect
sceptique en 90 secondes.'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Vos 3 réussites à valider aujourd'hui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Restitution orale étude de cas (5 min)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Fiche 'Secteur associatif' complétée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Réflexion LFI : légitimité du PA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La France Associative — Votre Cadre de Légitimité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1,5M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associations en
France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9424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bénévoles en
France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1er juil.
1901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Loi fondatrice
du droit associatif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De fait / Déclarée /
Reconnue utilité pub.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4736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Don en
Confiance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Label indépendant
de contrôle et garantie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40" y="804672"/>
            <a:ext cx="1920240" cy="9601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RGPD
Bloctel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Cadre légal données
prospects à respecter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92024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Histoire de l'humanitaire — Les jalons que vous devez connaître 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286000"/>
            <a:ext cx="192024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3134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1859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633472"/>
            <a:ext cx="1920240" cy="114300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2688336"/>
            <a:ext cx="1700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Bataille de Solférino
→ Naissance Croix-Rouge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49424" y="2286000"/>
            <a:ext cx="192024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40864" y="23134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1863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49424" y="2633472"/>
            <a:ext cx="1920240" cy="114300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59152" y="2688336"/>
            <a:ext cx="1700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Fondation Croix-Rouge
par Henry Dunant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24528" y="2286000"/>
            <a:ext cx="192024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23134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1946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24528" y="2633472"/>
            <a:ext cx="1920240" cy="114300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4256" y="2688336"/>
            <a:ext cx="1700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Fondation UNICEF
(ONU - après WWII)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286000"/>
            <a:ext cx="192024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91072" y="23134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633472"/>
            <a:ext cx="1920240" cy="114300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688336"/>
            <a:ext cx="1700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Convention Droits
de l'Enfant (ONU)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74736" y="2286000"/>
            <a:ext cx="192024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66176" y="23134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74736" y="2633472"/>
            <a:ext cx="1920240" cy="114300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84464" y="2688336"/>
            <a:ext cx="1700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Création Comité
Don en Confiance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149840" y="2286000"/>
            <a:ext cx="192024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3134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2000s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49840" y="2633472"/>
            <a:ext cx="1920240" cy="114300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59568" y="2688336"/>
            <a:ext cx="170078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RGPD &amp; Bloctel
encadrement légal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931920"/>
            <a:ext cx="11640312" cy="6583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79" y="4005072"/>
            <a:ext cx="11365992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Les 3 principes humanitaires fondamentaux que vous incarnez chaque jour :
HUMANITÉ — Soulager la souffrance humaine sans discrimination  ·  IMPARTIALITÉ — Sans distinction de nationalité, race, religion  ·  NEUTRALITÉ — Aucun parti pris politique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709160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79" y="4782312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Le don régulier par PA : Valeur à vie du donateur régulier = 8× celle d'un donateur ponctuel — c'est la colonne vertébrale des programmes UNICEF.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