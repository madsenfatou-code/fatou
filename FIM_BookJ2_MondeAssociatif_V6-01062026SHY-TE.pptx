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4572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9377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8778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J2  ·  Journée 2  ·  France associative &amp; Histoire humanitaire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188720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</a:rPr>
              <a:t>Le Monde Associatif &amp; Humanitaire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Comprendre le secteur pour représenter la cause avec légitimité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2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DÉCOUVERTE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Analyse de 2 campagnes téléphoniques :
1 réussie, 1 en difficulté.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'Qu'est-ce qui a fait la différence ?
Pourquoi l'une a converti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Loi 1901 · Histoire humanitaire
Don régulier · Don en Confiance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MISE EN PRATIQUE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'Expliquez le don régulier à un
prospect sceptique en 90 secondes.'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À retenir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Restitution orale étude de cas (5 min)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Fiche secteur associatif complétée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Réflexion LFI : légitimité du PA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9144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2848" y="109728"/>
            <a:ext cx="36576" cy="47548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0008" y="91440"/>
            <a:ext cx="8823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La France Associative &amp; L'Histoire de l'Humanitaire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0"/>
            <a:ext cx="841248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1,5M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associations en France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9424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40864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22M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bénévoles en France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1er juil
1901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Loi droit associatif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De fait / Déclarée /
Utilité publique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74736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Don en
Confiance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Label indépendant
de contrôle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40" y="804672"/>
            <a:ext cx="1920240" cy="96012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8229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RGPD
Bloctel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13716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EEEE"/>
                </a:solidFill>
              </a:rPr>
              <a:t>Cadre légal données
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1859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Bataille de Solférino
→ Naissance Croix-Rouge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49424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40864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1863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49424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9152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Fondation Croix-Rouge
par Henry Dunant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15968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1946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8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34256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Fondation UNICEF
(ONU après WWII)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9632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91072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Convention Droits
de l'Enfant (ONU)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74736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66176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74736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84464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Comité Don
en Confiance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49840" y="1920240"/>
            <a:ext cx="192024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41280" y="1947672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2000s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2249424"/>
            <a:ext cx="1920240" cy="1097280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59568" y="2304288"/>
            <a:ext cx="170078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RGPD &amp; Bloctel
encadrement légal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493008"/>
            <a:ext cx="11640312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79" y="3566160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 principes humanitaires que vous incarnez : HUMANITÉ · IMPARTIALITÉ · NEUTRALITÉ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3950208"/>
            <a:ext cx="11640312" cy="34747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79" y="4023360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 régulier PA : valeur à vie × 8 vs don ponctuel — colonne vertébrale des programmes UNICEF France.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4425696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79" y="4498848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Exercice : Expliquez en 90 secondes pourquoi le PA est préférable au don ponctuel. Votre binôme joue le prospect sceptique.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0" y="1097280"/>
            <a:ext cx="3931920" cy="3931920"/>
          </a:xfrm>
          <a:prstGeom prst="ellipse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201168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</a:rPr>
              <a:t>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8016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Merci à Tous 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6060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EEEE"/>
                </a:solidFill>
              </a:rPr>
              <a:t>Votre engagement fait la différence pour les enfants du monde entier.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46120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DDDD"/>
                </a:solidFill>
              </a:rPr>
              <a:t>BOOK J2  ·  Journée 2  ·  France associative &amp; Histoire humanitaire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749039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ADDDD"/>
                </a:solidFill>
              </a:rPr>
              <a:t>« Le refus d'aujourd'hui peut être le don de demain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57200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DDDD"/>
                </a:solidFill>
              </a:rPr>
              <a:t>SHY-Performance  ·  Formation FIM  ·  UNICEF France  ·  V6-01062026SHY-TE</a:t>
            </a:r>
          </a:p>
        </p:txBody>
      </p:sp>
      <p:pic>
        <p:nvPicPr>
          <p:cNvPr id="12" name="Picture 11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5120640"/>
            <a:ext cx="914400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6035040"/>
            <a:ext cx="121889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SHY-Performance  ×  FIDELIS  ×  UNICEF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