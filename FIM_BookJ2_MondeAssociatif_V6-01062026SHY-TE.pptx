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J2 · Journée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Monde Associatif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Contextualisation · Écosystème ONG Maroc &amp; international · Économie du don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Objectifs &amp; Séquence Kolb — Journée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Objectifs V6 — Bloom Niv. 2–4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Apports théoriques clés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Expliquer le modèle économique du don régulier vs ponctuel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Distinguer les acteurs du secteur associatif marocain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Analyser pourquoi le don régulier est le plus efficace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Identifier le cadre juridique (Loi 75-00 Maroc)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Loi 75-00 sur les associations au Maroc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Économie du don : théorie de la réciprocité (Mauss)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Données : marché fundraising MENA 2024–2026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UNICEF Maroc : budget, programmes actifs, bénéficiaires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431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Don régulier vs ponctuel : LTV donateur ×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60520"/>
            <a:ext cx="2882646" cy="2560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EC — Expérience Concrète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Analyse de 3 campagnes de fundraising (succès / échec)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84397" y="4160520"/>
            <a:ext cx="2882646" cy="256032"/>
          </a:xfrm>
          <a:prstGeom prst="rect">
            <a:avLst/>
          </a:prstGeom>
          <a:solidFill>
            <a:srgbClr val="4CA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30117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OR — Observation Réfléchie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84397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4CA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5837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'Qu'est-ce qui a fait la différence ?' — liste collective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5" y="4160520"/>
            <a:ext cx="2882646" cy="256032"/>
          </a:xfrm>
          <a:prstGeom prst="rect">
            <a:avLst/>
          </a:prstGeom>
          <a:solidFill>
            <a:srgbClr val="F4A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0195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CA — Conceptualisation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5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4A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5915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Cadre juridique associatif + économie du don (Mauss)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4554" y="4160520"/>
            <a:ext cx="2882646" cy="256032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0274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EA — Expérimentation Active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4554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5994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Simulation budgétaire : 100 donneurs × 100 DH/mois = 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formative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Restitution orale étude de cas (5 min/groupe)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Fiche 'Monde associatif' complétée individuellement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1 question réflexion LFI sur l'objection 'méfiance ONG'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Étude de Cas — 3 Campagnes Fundraising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3749039" cy="347472"/>
          </a:xfrm>
          <a:prstGeom prst="rect">
            <a:avLst/>
          </a:prstGeom>
          <a:solidFill>
            <a:srgbClr val="1A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59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CAS A — SUCCÈS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3749039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23444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Greenpeace Maroc 2023
Objectif : 500 donateurs/mois
Résultat : 720 donateurs (+44%)
Facteurs : script émotionnel fort,
formation 5J intensive, suivi J+30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822960"/>
            <a:ext cx="3749039" cy="347472"/>
          </a:xfrm>
          <a:prstGeom prst="rect">
            <a:avLst/>
          </a:prstGeom>
          <a:solidFill>
            <a:srgbClr val="D27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59" y="859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CAS B — ÉCHEC PARTIEL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70432"/>
            <a:ext cx="3749039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27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23444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ONG X Rabat 2022
Objectif : 300 donateurs/mois
Résultat : 180 donateurs (-40%)
Facteurs : formation 2J seulement,
pas de gestion des objections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822960"/>
            <a:ext cx="3749039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859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CAS C — RETOURNEMENT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170432"/>
            <a:ext cx="3749039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23444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Croix Rouge Maroc 2024
Objectif : 200 donateurs/mois
Résultat : 95 → 310 après FIM
Facteurs : refonte programme,
intégration Kolb + Kirkpatrick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5661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050"/>
                </a:solidFill>
              </a:rPr>
              <a:t>Simulation budgétaire (Bloom 3) — Activité collective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88620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Si 100 fundraisers actifs × 1 don régulier/heure × 6h/jour × 20 jours/mois :
= 12 000 donateurs potentiels/mois · Montant moyen : 80 DH/mois
= 960 000 DH collectés/mois · Soit 11,5 M DH/an
Impact UNICEF : vaccination de 50 000 enfants · alimentation 8 000 nourrissons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5349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5050"/>
                </a:solidFill>
              </a:rPr>
              <a:t>🔑 Message clé : chaque fundraiser actif = entre 150 et 300 enfants aidés par 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