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KIT FIM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FILE CONDUCTEUR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7 documents composent ce kit de formation complet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File Conducteur (ce document) : guide d'utilisation globale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1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Synopsis &amp; Objectifs Pédagogiques : cadre et vision de la 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J1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Fondations &amp; Mission : KPIs, nomenclature, script accroche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J2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Monde Associatif &amp; Humanitaire : contexte, loi 1901, UNICEF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J3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Analyse et Lecture du Script : décryptage phrase par phrase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J4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Traitement des Objections : 15 objections, méthode AAR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Synthèse Générale &amp; Simulations : évaluation finale, quiz 40Q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1434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DONNEUR D'ORDRE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FIDELIS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Mandataire officiel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Campagne UNICEF France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Pilotage &amp; conformité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9872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5864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1508760"/>
            <a:ext cx="351434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5864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5864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OPÉRATEUR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0184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7304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SHY-Performance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Centre de collecte téléphonique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Formation &amp; encadrement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Supervision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7096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43088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43088" y="1508760"/>
            <a:ext cx="351434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3088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8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PUBLIC CIBLE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7408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4528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Fundraisers juniors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Nouveaux entrants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Minimum niveau Bac, excellent niveau de langue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Aucun prérequis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📅 5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Formation intensive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👤 8 –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Fundraisers par 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⏱ 6h40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Production effective/jour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🎓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Prérequis requis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Chaque book jour est autonome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il peut être utilisé seul pour un rappel ciblé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Book 1 Synopsis sert de document de référence permanent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Les slides de quiz (Book J5) sont prêtes à l'emploi pour tout nouvel apprenant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Les jeux de rôle sont signalés par le picto 🎭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prévoir binômes à l'avance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Les slides 'MANTRA' sont à laisser affichées pendant les exercices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La grille d'observation formateur est à imprimer avant chaque journée J3–J5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🟦 Bandeau TEAL #008080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slide de contenu 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🟥 Encart ROUGE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point d'attention critique, règle obligatoire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⬜ Fond blanc / teal clair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exercice pratique ou définition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★ Slide MANTRA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citation à mémoriser, laisser affichée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🎭 Jeu de rôle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exercice en binôme ou groupe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📊 Grille d'évaluation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outil formateur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❓ Quiz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évaluation des connaissances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Planning Recommandé — 5 Jours de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203545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FONDATIONS
&amp; 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KPIs &amp; Nomenclature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Script accroche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Types d'opérations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0982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6974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6974" y="1508760"/>
            <a:ext cx="203545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974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6974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1294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8414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Loi 1901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Histoire humanitaire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UNICEF &amp; Charte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9316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5308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5308" y="1508760"/>
            <a:ext cx="203545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308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LECTURE
DU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9628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6748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7 étapes décryptées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Exercices intensifs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Jeux de rôle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7650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3642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03642" y="1508760"/>
            <a:ext cx="2035454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3642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3642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TRAITEMENT
OBJECTIONS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7962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5082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15 objections / 5 cat.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Méthode AAR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Simulations terrain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85984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21976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21976" y="1508760"/>
            <a:ext cx="2035454" cy="5029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1976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1976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555"/>
                </a:solidFill>
                <a:latin typeface="Calibri"/>
              </a:rPr>
              <a:t>SYNTHÈSE &amp;
SIMULATIONS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6296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3416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Quiz 40 questions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Certifications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Félicitations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🌅 9h30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Prise de poste + briefing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☕ 11h00 / 15h30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Pauses matin &amp; après-midi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🍽 13h00–14h00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 déjeuner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🏁 17h30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Fin de journée officielle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