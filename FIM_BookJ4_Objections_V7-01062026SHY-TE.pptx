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J4  ·  Journée 4  ·  Objections UNICEF France × FIDELIS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Traitement des Objections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15 objections · 5 catégories · Méthode AAR · Jeux de rôle téléphonique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Journée 4 — Ce que vous allez vivre aujourd'hui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291007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ÉCOUTE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Écoute de 5 extraits :
bonne et mauvaise gestion
d'une objection.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2686" y="822960"/>
            <a:ext cx="2910078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4126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2686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2414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'Qu'avez-vous entendu ?
Qu'est-ce qui a tout changé
dans la réponse ?'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1052" y="822960"/>
            <a:ext cx="2910078" cy="329184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1052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0780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15 objections · 5 catégories
Méthode AAR
Règle 60s / règle 2 objections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9418" y="822960"/>
            <a:ext cx="2910078" cy="32918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0858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ENTRAÎNEMENT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9418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9146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Jeux de rôle en binômes.
Grille d'observation formateur.
Verrouillage &amp; closing.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577840"/>
            <a:ext cx="11640312" cy="274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623559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À retenir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870448"/>
            <a:ext cx="3843528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5907024"/>
            <a:ext cx="3715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✔ Grille écoute active validée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54423" y="5870448"/>
            <a:ext cx="3843528" cy="530352"/>
          </a:xfrm>
          <a:prstGeom prst="rect">
            <a:avLst/>
          </a:prstGeom>
          <a:solidFill>
            <a:srgbClr val="F0F7F7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4152" y="5907024"/>
            <a:ext cx="3715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✔ LFI : 'Quelle objection me challenge le plus ?'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4528" y="5870448"/>
            <a:ext cx="3843528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4256" y="5907024"/>
            <a:ext cx="3715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✔ Score seuil 14/20 pour validation J4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Votre Méthode AAR — Accuser Réception · Argumenter · Relancer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3813048" cy="65836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850392"/>
            <a:ext cx="35935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
ACCUSER
RÉCEPTION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81328"/>
            <a:ext cx="3813048" cy="4242816"/>
          </a:xfrm>
          <a:prstGeom prst="rect">
            <a:avLst/>
          </a:prstGeom>
          <a:solidFill>
            <a:srgbClr val="FFFFFF"/>
          </a:solidFill>
          <a:ln w="228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1554480"/>
            <a:ext cx="3520440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Montrez que vous avez entendu.
Ne justifiez pas immédiatement.
'Je comprends tout à fait…'
'C'est une question que
beaucoup se posent et
c'est tout à fait légitime…'
⚠ Jamais 'Oui mais…'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822960"/>
            <a:ext cx="3813048" cy="6583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5" y="850392"/>
            <a:ext cx="35935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
ARGUMENTER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481328"/>
            <a:ext cx="3813048" cy="4242816"/>
          </a:xfrm>
          <a:prstGeom prst="rect">
            <a:avLst/>
          </a:prstGeom>
          <a:solidFill>
            <a:srgbClr val="FFFFFF"/>
          </a:solidFill>
          <a:ln w="228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554480"/>
            <a:ext cx="3520440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1 argument + 1 preuve + 1 chiffre.
Règles d'or :
→ 1 seul argument par réponse
→ Preuve vérifiable
→ Chiffre simple et mémorisable
Ex : '10€/mois = 33 centimes/jour
= 1 enfant traité en 6 semaines'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59" y="822960"/>
            <a:ext cx="3813048" cy="65836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850392"/>
            <a:ext cx="35935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
RELANCER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1481328"/>
            <a:ext cx="3813048" cy="4242816"/>
          </a:xfrm>
          <a:prstGeom prst="rect">
            <a:avLst/>
          </a:prstGeom>
          <a:solidFill>
            <a:srgbClr val="FFFFFF"/>
          </a:solidFill>
          <a:ln w="2286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3" y="1554480"/>
            <a:ext cx="3520440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Revenez à la proposition.
Pas de pression.
'Est-ce que cela répond à
votre question ?'
'Qu'est-ce qui vous permettrait
de vous sentir à l'aise ?'
⚠ Laissez 3 secondes de silence
avant de relancer.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833872"/>
            <a:ext cx="1164031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5907024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Le silence après votre argument est votre allié. Comptez 1–2–3 mentalement avant de relancer.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Règle Fondamentale — Gestion des Objections dans l'Appel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11640312" cy="47548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8595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⏱ RÈGLE 60 SECONDES — Objection précoce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98448"/>
            <a:ext cx="11640312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3716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Si le prospect objecte AVANT la trame d'accroche :
→ Accepter l'objection sans argumenter
→ Démarrer immédiatement la trame (Présentation → Dramatisation → Solution)
→ Objectif impératif : DÉPASSER 60 SECONDES pour conclure au moins 1 CU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77440"/>
            <a:ext cx="11640312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241401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🚫 RÈGLE 2 OBJECTIONS — Après l'appel au don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52928"/>
            <a:ext cx="1164031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926080"/>
            <a:ext cx="11338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Après avoir formulé l'appel au don :
→ NE PAS DÉPASSER 2 objections traitées
→ Aller JUSQU'À l'appel au don sans s'arrêter
→ Obtenir un ACCORD DE PRINCIPE avant l'atterrissage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40480"/>
            <a:ext cx="11640312" cy="47548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387705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✅ L'ACCORD DE PRINCIPE — Condition de l'atterrissage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15968"/>
            <a:ext cx="1164031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4389120"/>
            <a:ext cx="113385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Un OUI ferme avec montant clair AVANT de passer à la validation.
Exemples : 'Oui je suis d'accord pour 15€/mois' ou 'Oui, comment ça marche ?'
Sans accord de principe = pas d'atterrissage → relancer ou conclure en INDÉCIS.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257800"/>
            <a:ext cx="11640312" cy="47548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5330952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Ne jamais forcer un atterrissage sans accord de principe. Un PA obtenu sous pression = annulation rapide.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Les 5 Catégories d'Objections — 15 Situations à Maîtriser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2328062" cy="49377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41248"/>
            <a:ext cx="21817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CAT. 1
OBJECTIONS INITIALES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16736"/>
            <a:ext cx="2328062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389888"/>
            <a:ext cx="2181758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Phase d'accroche — 8 objections :
• Pas intéressé · Faux numéro
• Appel pour un don · Je donne déjà
• Arnaque · Pas par téléphone
• Pas confiance aux associations
• N'aime pas être contacté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0670" y="822960"/>
            <a:ext cx="2328062" cy="4937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2110" y="841248"/>
            <a:ext cx="21817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CAT. 2
FINANCIÈRES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0670" y="1316736"/>
            <a:ext cx="2328062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2110" y="1389888"/>
            <a:ext cx="2181758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Après l'appel au don — 3 objections :
• Je donne déjà ailleurs
• Je n'ai pas les moyens
• Dernier positionnement financier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67020" y="822960"/>
            <a:ext cx="2328062" cy="493776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8460" y="841248"/>
            <a:ext cx="21817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CAT. 3
CONTRE LE 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67020" y="1316736"/>
            <a:ext cx="2328062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8460" y="1389888"/>
            <a:ext cx="2181758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Sur le prélèvement — 3 objections :
• Préfère le don ponctuel
• N'aime pas l'engagement mensuel
• Dernier positionnement PA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3371" y="822960"/>
            <a:ext cx="2328062" cy="493776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4811" y="841248"/>
            <a:ext cx="21817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CAT. 4
MÉFIANCE IBAN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3371" y="1316736"/>
            <a:ext cx="2328062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4811" y="1389888"/>
            <a:ext cx="2181758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Sur la sécurité bancaire :
• Protocole SEPA expliqué
• Droits du donateur (arrêt 1 clic)
• Réassurance données bancaires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59721" y="822960"/>
            <a:ext cx="2328062" cy="493776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51161" y="841248"/>
            <a:ext cx="21817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CAT. 5
CONFLICTUELLES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59721" y="1316736"/>
            <a:ext cx="2328062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1161" y="1389888"/>
            <a:ext cx="2181758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Objections sensibles :
• Source du numéro → Amazon etc.
• RGPD / Droits légaux
• Bloctel / liste rouge
• Accent / identité appelant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833872"/>
            <a:ext cx="1164031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5907024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La majorité des appels se termine à Cat.1. Maîtriser ces 8 objections = atteindre vos 9 CU/H.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 Verrouillage &amp; le Closing — Sécuriser la Promesse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5577840" cy="40233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8595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🔒 VERROUILLAGE — Question fermée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25296"/>
            <a:ext cx="557784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298448"/>
            <a:ext cx="53218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Posez UNE question fermée qui confirme la promesse :
'Alors on est bien d'accord pour [montant]€/mois à partir du [date] ?'
⚠ Impact statistique :
✅ Verrouillage réussi = 50% des promesses confirmées
❌ Sans verrouillage = 1/10 confirmées, le reste est perdu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822960"/>
            <a:ext cx="5577840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8595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🌟 CLOSING — Valoriser la décision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225296"/>
            <a:ext cx="557784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298448"/>
            <a:ext cx="53218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Après l'accord de principe confirmé :
Dites : 'C'est formidable ! Merci beaucoup.'
Valorisez AVEC MÉTHODE :
→ Rappeler l'impact : 'Votre geste va permettre de traiter un enfant'
→ Sécuriser psychologiquement la promesse
→ Enchaîner immédiatement sur la 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18688"/>
            <a:ext cx="11640312" cy="40233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3255264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🔁 REPÊCHAGE — Dernier filet si hésitation finale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21024"/>
            <a:ext cx="11640312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3694176"/>
            <a:ext cx="113385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Si le donateur hésite après le closing : poser la question fermée de repêchage.
Il faut UN OUI DE DON FERME avec montant clair — pas d'ambiguïté.
Si refus définitif : clore avec courtoisie. 'Merci de m'avoir écouté. Bonne journée.'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553712"/>
            <a:ext cx="11640312" cy="43891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4626864"/>
            <a:ext cx="1136599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Le verrouillage est psychologique — il sécurise la promesse. Sans lui, 90% des promesses non confirmées disparaissent.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Informations à Collecter &amp; Vérifier — Fiche Hermès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565099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877824"/>
            <a:ext cx="5468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Fiche Hermès — Données à revérifier en direct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43584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307592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Nom, prénom du donateur (confirmation genre : M. ou Mme)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55648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819656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Adresse complète avec NUMÉRO DE PORTE (sinon NPAI)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67712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331720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Code postal + ville — vérifier chaque caractère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79776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843784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Email : lire lettre par lettre · Si erreur → Action Manager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91840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3355848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Si pas d'adresse mail : uniceftmk@unicef.fr (à vérifier)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565099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877824"/>
            <a:ext cx="5468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Téléphone &amp; Lien de paiement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1243584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1307592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Fixe → confirmer et prendre le mobile (enrichit la base)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755648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1819656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Mobile → pas besoin de confirmer le mobile lui-même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2267712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331720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Lien PA : envoyer par MAIL (recommandé) ou SMS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2779776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2843784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Promesse PA en ligne : confirmer J+5 après validation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3291840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3355848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Si donateur rappelle : voir historique → CU autre agent → transférer ou reprendre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486400"/>
            <a:ext cx="11640312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5559552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Courrier postal : 3 à 4 jours max. Argumenter l'adresse : revues trimestrielles, cadeaux adhérents, reçu fiscal.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Qualification Avancée &amp; Gestion des Cas Particuliers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5577840" cy="40233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8595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Notification entrante — Call Blinding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25296"/>
            <a:ext cx="557784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298448"/>
            <a:ext cx="53218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Notification visible si le donateur rappelle.
→ Voir l'historique du dossier
→ CU d'un autre agent : prendre en charge EN SON NOM ou transférer
→ Votre CU : prendre en charge directement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822960"/>
            <a:ext cx="5577840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8595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Prélèvement assisté — Voyants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225296"/>
            <a:ext cx="557784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298448"/>
            <a:ext cx="53218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🟢 Voyant VERT = continuer / reprendre la saisie
🔴 Voyant ROUGE = suspendre immédiatement
TX d'audiolyse : 80% — 8 donateurs sur 10 finalisent s'ils restent en ligne.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852928"/>
            <a:ext cx="11640312" cy="402336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889504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Règles de qualification — Cas spécifiques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83280"/>
            <a:ext cx="3108960" cy="5120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4747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Paiement différé confirmé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01568" y="3383280"/>
            <a:ext cx="851306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4" y="347472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Le donateur lit à voix haute le message de confirmation sur son écran → Qualifier PAIEMENT DIFFÉRÉ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931920"/>
            <a:ext cx="3108960" cy="5120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02335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Rappel sans réponse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01568" y="3931920"/>
            <a:ext cx="8513064" cy="51206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9584" y="4023359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Si Call 2 rappelle et que le donateur ne répond pas → Qualifier PROMESSE DÉFINITIVE PEL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480559"/>
            <a:ext cx="3108960" cy="5120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457199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 en ligne par donateur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01568" y="4480559"/>
            <a:ext cx="851306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9584" y="4571999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Envoi du lien par mail (priorité) ou SMS → Promesse à confirmer J+5 · Si erreur mail → Action Manager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029199"/>
            <a:ext cx="3108960" cy="5120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12063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Adresse manquante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01568" y="5029199"/>
            <a:ext cx="8513064" cy="51206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9584" y="5120639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Si le donateur n'a pas d'adresse postale : utiliser uniceftmk@unicef.fr (à vérifier avec superviseur)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577840"/>
            <a:ext cx="11640312" cy="42062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65099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En cas de doute sur une qualification, demander au superviseur FIDELIS avant de clore le dossier.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BOOK J4  ·  Journée 4  ·  Objections UNICEF France × FIDELIS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SHY-Performance  ·  Formation FIM  ·  UNICEF France  ·  V7-01062026SHY-TE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