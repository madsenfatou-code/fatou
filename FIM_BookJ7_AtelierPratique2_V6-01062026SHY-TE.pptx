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3317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13432"/>
            <a:ext cx="12188952" cy="54864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9144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93776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BEEEE"/>
                </a:solidFill>
              </a:rPr>
              <a:t>Formation Initiale Module — Fundraising Téléphonique UNICEF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87782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DDDD"/>
                </a:solidFill>
              </a:rPr>
              <a:t>BOOK J7  ·  Atelier 2  ·  Certification &amp; Déploiement terrain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11887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Atelier Pratique — Jour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2024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CEEEE"/>
                </a:solidFill>
              </a:rPr>
              <a:t>Perfectionnement · Certification Finale · Prise de Poste</a:t>
            </a:r>
          </a:p>
        </p:txBody>
      </p:sp>
      <p:pic>
        <p:nvPicPr>
          <p:cNvPr id="10" name="Picture 9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1460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</a:rPr>
              <a:t>Aujourd'hui c'est votre dernier jour de formation.
Vous validez votre certification FIM finale et vous construisez votre plan
de prise de poste opérationnel dès demain.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Programme Atelier Perfectionnement J7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87782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08h30
09h30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54480" y="804672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94183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Révision ciblée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804672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25696" y="86868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Traitement des points faibles identifiés en J6 · Focus sur les objections Cat.5 · Réentraînement ciblé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453895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" y="1527048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09h30
11h00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1453895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45920" y="1591055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Simulation finale certifiante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5968" y="1453895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5696" y="1517904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Appel complet en conditions réelles simulées · Grille 24 critères · 1 évaluateur externe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103120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" y="2176272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11h00
11h30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2103120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45920" y="2240279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Résultats &amp; Débriefing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15968" y="2103120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25696" y="2167127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Restitution des scores certifiants · Feedback individuel formateur · Attestation FIM remise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752344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" y="2825496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11h30
12h30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54480" y="2752344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45920" y="2889503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Quiz 40 questions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15968" y="2752344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25696" y="2816351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Évaluation finale des connaissances théoriques · Seuil 28/40 · Corrigé collectif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01568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8" y="3474720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13h30
14h30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554480" y="3401568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645920" y="3538727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Plan de prise de poste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15968" y="3401568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3465575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Construction du plan J+0 à J+30 : objectifs semaine 1 à 4 · Indicateurs de réussite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050791"/>
            <a:ext cx="1261872" cy="621792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4123944"/>
            <a:ext cx="1225296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14h30
15h30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554480" y="4050791"/>
            <a:ext cx="274320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645920" y="4187952"/>
            <a:ext cx="2578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Cérémonie de clôture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15968" y="4050791"/>
            <a:ext cx="7598664" cy="621792"/>
          </a:xfrm>
          <a:prstGeom prst="rect">
            <a:avLst/>
          </a:prstGeom>
          <a:solidFill>
            <a:srgbClr val="FFFFFF"/>
          </a:solidFill>
          <a:ln w="1016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4114800"/>
            <a:ext cx="74066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Remise officielle des certifications · Engagement public · Photo de groupe · Votre premier appel demain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Analyse des Écarts — Recommandations Pédagogiques UNICEF Paris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Écarts identifiés vs standards UNICEF Paris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Durée de formation : FIM = 5J · Standard UNICEF Paris = 7J (J6+J7 ajoutés)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Simulation terrain réelle : manquait avant J6 — intégrée ici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2336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Quiz théorique : absent de V5 · 40 questions intégrées en J5 &amp; J7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6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Feedback individuel structuré : informel avant · grille 24 critères désormais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Évaluateur externe en certification : absent · intégré en J7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45352" y="804672"/>
            <a:ext cx="5650992" cy="32918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850392"/>
            <a:ext cx="54681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Recommandations intégrées V6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5352" y="1152144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120700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2 journées d'ateliers pratiques ajoutées (J6 + J7)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45352" y="1572768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627632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Grille d'observation live utilisée dès J6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45352" y="1993392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048256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Module quiz dédié (40 questions, 6 parties)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414016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3368" y="2468880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Plan de prise de poste J+0 à J+30 formalisé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45352" y="2834640"/>
            <a:ext cx="5650992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889504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Slide 'Merci à tous' ritualisant la clôture de chaque module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3255264"/>
            <a:ext cx="5650992" cy="402336"/>
          </a:xfrm>
          <a:prstGeom prst="rect">
            <a:avLst/>
          </a:prstGeom>
          <a:solidFill>
            <a:srgbClr val="F0F7F7"/>
          </a:solidFill>
          <a:ln w="508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73368" y="3310128"/>
            <a:ext cx="543153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• Logo SHY-Performance sur chaque entête de slide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5532120"/>
            <a:ext cx="11640312" cy="53035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79" y="5605272"/>
            <a:ext cx="11365992" cy="384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Ces recommandations s'appuient sur les standards de formation des fundraisers téléphoniques
UNICEF Paris (protocole FIDELIS 2025) et les bonnes pratiques du secteur en France.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"/>
            <a:ext cx="12188952" cy="457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91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SHY-Performance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12848" y="109728"/>
            <a:ext cx="36576" cy="475488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50008" y="91440"/>
            <a:ext cx="8823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Votre Plan de Prise de Poste — J+0 à J+30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0"/>
            <a:ext cx="841248" cy="67665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6519672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</a:rPr>
              <a:t>SHY-Performance  ·  Formation FIM  ·  UNICEF France  ·  V6-01062026SHY-TE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804672"/>
            <a:ext cx="2249424" cy="50292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22960"/>
            <a:ext cx="206654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J+0
Demain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307592"/>
            <a:ext cx="2249424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" y="1389888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Premier appel de production
Objectif : 9 CU/H dès J1
Qualification FIDELIS conforme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5184" y="804672"/>
            <a:ext cx="2249424" cy="50292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06624" y="822960"/>
            <a:ext cx="206654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SEMAINE 1
J+7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15184" y="1307592"/>
            <a:ext cx="2249424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389888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TX Transfo ≥ cible FIDELIS
Aucune disqualification nomenclature
Feedback formateur J+7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6048" y="804672"/>
            <a:ext cx="2249424" cy="502920"/>
          </a:xfrm>
          <a:prstGeom prst="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822960"/>
            <a:ext cx="206654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SEMAINE 2
J+14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307592"/>
            <a:ext cx="2249424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4064" y="1389888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0 objection Cat.5 non gérée
Premier PA IBAN à chaud validé
Point superviseur FIDELIS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804672"/>
            <a:ext cx="2249424" cy="502920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822960"/>
            <a:ext cx="206654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SEMAINE 3
J+21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1307592"/>
            <a:ext cx="2249424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8" y="1389888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Autonomie complète sur le script
PDC mensuel en bonne voie
Autoévaluation grille 24 crit.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37776" y="804672"/>
            <a:ext cx="2249424" cy="502920"/>
          </a:xfrm>
          <a:prstGeom prst="rect">
            <a:avLst/>
          </a:prstGeom>
          <a:solidFill>
            <a:srgbClr val="33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822960"/>
            <a:ext cx="2066543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SEMAINE 4
J+30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37776" y="1307592"/>
            <a:ext cx="2249424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33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65792" y="1389888"/>
            <a:ext cx="1993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</a:rPr>
              <a:t>Bilan formateur SHY-Performance
Révision objectifs M2
Certification terrain confirmée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577840"/>
            <a:ext cx="11640312" cy="402336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79" y="5650992"/>
            <a:ext cx="113659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Votre formateur SHY-Performance vous contacte à J+15 et J+30. À J+90 : analyse KPI terrain consolidée transmise à FIDELIS × UNICEF France.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14800" y="1097280"/>
            <a:ext cx="3931920" cy="3931920"/>
          </a:xfrm>
          <a:prstGeom prst="ellipse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20116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FFFFFF"/>
                </a:solidFill>
              </a:rPr>
              <a:t>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2801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Merci à Tous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CEEEE"/>
                </a:solidFill>
              </a:rPr>
              <a:t>Votre engagement fait la différence pour les enfants du monde entier.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246120"/>
            <a:ext cx="9418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DDDD"/>
                </a:solidFill>
              </a:rPr>
              <a:t>Atelier Pratique Jour 7 — Certification FIM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39"/>
            <a:ext cx="8531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DDDD"/>
                </a:solidFill>
              </a:rPr>
              <a:t>« Le refus d'aujourd'hui peut être le don de demain 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57200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DDDD"/>
                </a:solidFill>
              </a:rPr>
              <a:t>SHY-Performance  ·  Formation FIM  ·  UNICEF France  ·  V6-01062026SHY-TE</a:t>
            </a:r>
          </a:p>
        </p:txBody>
      </p:sp>
      <p:pic>
        <p:nvPicPr>
          <p:cNvPr id="12" name="Picture 11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5120640"/>
            <a:ext cx="914400" cy="8961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0" y="6035040"/>
            <a:ext cx="121889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