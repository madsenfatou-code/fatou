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BOOK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Formation Initiale Module (FIM) de 5 jours destinée aux fundraisers SHY-Performance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Mandatés par FIDELIS pour le compte de l'UNICEF France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Campagne : collecte de dons téléphoniques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Automatique Régulier (PPA)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Cause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lutte contre la malnutrition infantile aigüe sévère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Couvre l'intégralité de la chaîne de compétences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cause → script → objections → closing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Pédagogie active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apport théorique + exercice pratique toutes les 20 minutes maximum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Documents officiels de campagne intégrés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script UNICEF, nomenclature Fidelis, grilles KPI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Fondations &amp; Mission : KPIs, nomenclature, types d'opérations, script accroche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404872"/>
            <a:ext cx="119877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404872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41448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Monde Associatif &amp; Humanitaire : Loi 1901, histoire, UNICEF, marché de la collecte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328416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328416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64992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Analyse et Lecture du Script : décryptage des 7 étapes, exercices voix haute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4251960"/>
            <a:ext cx="119877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4251960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44398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443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88536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Traitement des Objections : 15 objections, 5 catégories, méthode AAR, jeux de rôle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5175504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5175504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36752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12080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Synthèse Générale &amp; Simulations : révision, simulations terrain, quiz 40Q, certifications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1207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48256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Présenter l'UNICEF, sa mission, 75 ans, 190 pays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43784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43784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80360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Expliquer la malnutrition &amp; les sachets RUTF (92g)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75888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75888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12464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Situer le secteur associatif (Loi 1901, Comité Charte, RGPD, Bloctel)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07992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07992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44568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Citer les arguments de légitimité UNICEF (93% terrain, Nobel 1965)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40096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40096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7667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Définir la nomenclature métier (CU/H, TX Transfo, PDC, PEL, PA)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011680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048256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Appliquer les 5 règles officielles de l'accroche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843784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843784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880360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Conduire le script complet en 7 étapes chronométrées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675888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675888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712464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Qualifier chaque appel conformément à la nomenclature Fidelis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07992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507992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544568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Gérer les 4 modes de validation du don (IBAN / PA ligne / promesse / courrier)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340096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340096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37667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Traiter les 15 objections types par la méthode AAR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Maintenir un ton chaleureux, souriant et naturel tout au long de l'appel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Gérer les objections sensibles (accent, source numéro, accusations d'arnaque) avec calme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Transmettre une conviction sincère et personnelle pour la mission UNICEF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Rebondir après un refus sans perdre énergie ni conviction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Respecter le prospect en toutes circonstances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d'insistance agressive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Intégrer et vivre le mantra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'Le refus d'aujourd'hui peut être le don de demain'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444752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44752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5361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44752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3619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10312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194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6148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6148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8529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76148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19856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2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419856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5112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1985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5112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78224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96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078224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1696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078224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4169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36592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280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736592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828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7365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48280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394960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394960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5394960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4864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pic>
        <p:nvPicPr>
          <p:cNvPr id="8" name="Picture 7" descr="sh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1447800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Public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fundraisers juniors ou en reconversion, minimum niveau Bac, excellent niveau de langue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Effectif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8 à 14 fundraisers par session (qualité des jeux de rôle garantie)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Prérequis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aucune expérience en collecte de dons requise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Opérationnelle (50%)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script, grille AAR, quiz, mises en situation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Relationnelle (35%)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jeux de rôle binômes, grille observation, débriefs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Motivationnelle (15%)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chiffres-chocs, storytelling terrain, personas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