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3
ANALYSE ET LECTURE
DU 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Décryptage phrase par phrase — Les 7 étapes officielles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Structure du Script — Les 7 Étapes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Accroche &amp; Présentation : identification, annonce enregistrement, présentation UNICEF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La Malnutrition Infantile : contextualiser la cause, créer l'émotion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L'Aliment Thérapeutique (RUTF) : les sachets de 92g, traitement de référence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Appel au Soutien : proposition 15€/mois = 50 centimes/jour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Si préfère don ponctuel : reconversion vers le don régulier, flexibilité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Indécis / Souhaite réfléchir : valoriser la bonne volonté, reprendre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7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Validation des coordonnées : IBAN / PA ligne / Promesse / Courrier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1 — Accroche &amp; Présentation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'Allô ?' → attendre la réponse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identifier le genre avant de continuer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'Je vous appelle dans le cadre d'une campagne d'information humanitaire'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'Cet appel est enregistré à des fins de qualité et de formation'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miroir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suppose que vous connaissez bien sûr l'UNICEF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'Très bien ! L'UNICEF intervient dans plus de 190 pays...'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NON : définir l'UNICEF en 2 phrases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soins, éducation, protection en période de crise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Ton : chaleureux, souriant, jamais récité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le prospect entend si on lit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lire l'étape 1 à voix haute × 3 en binôme — feedback sur le naturel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2 — La Malnutrition Infantile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'Plus d'un million d'enfants de 3 mois à 5 ans confrontés à une mort évitable'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Mettre en avant les 3 causes de propagation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catastrophes, conflits, guerres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'Les enfants sont malheureusement les premières victimes'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connivence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'En avez-vous déjà entendu parler Mr/Mme XX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But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créer un pont émotionnel avant la solution (RUTF)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Pause après la question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laisser le prospect répondre, ne pas interrompre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Adapter le ton : grave mais porteur d'espoir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jamais alarmiste au point de bloquer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lire l'étape 2 — identifier les mots-clés émotionnels à accentuer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3 — Les Sachets RUTF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'Ces petits sachets de 92 grammes peuvent littéralement sauver des vies'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Composition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pâte d'arachide, matière grasse végétale, lait écrémé en poudre, vitamines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Avantage clé : sans électricité, sans cuisson, sans eau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idéal en zones de crise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 formidable traitement a amélioré spectaculairement la prise en charge'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'Notre engagement est permanent... mais il reste du chemin à parcourir'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Transition vers la proposition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créer le sentiment de continuité nécessaire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Ton : conviction, fierté de l'action, pas de complaisance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montrer que le besoin persiste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présenter les RUTF sans regarder le script — 60 secondes chrono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4 — Appel au Soutien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'J'aimerais vous inviter à apporter votre pierre à l'édifice'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Ancrage prix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'50 centimes d'euros par jour soit 15€/mois'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Déduction fiscale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'cela ne vous reviendra qu'à 3,75€ après déduction fiscale'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closing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'Alors peut-on compter sur votre contribution M/Mme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ferme → verrouillage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peux enregistrer un don régulier de X€ par mois ?'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hésitant → budget prévisionnel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'Ceci nous permet de planifier nos actions'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Paliers : 10€ / 15€ / 20€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jamais descendre sans accord explicite du donateur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en binôme : jouer l'étape 4 — un fundraiser, un prospect hésitant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Étapes 5 &amp; 6 — Ponctuel &amp; Indécis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DON PONCTUEL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ne pas refuser : 'C'est déjà formidable !'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Reconversion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 qui est génial avec le don mensuel, c'est qu'il est totalement flexible'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durée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'accompagner un enfant durant toutes les étapes de sa guérison'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INDÉCIS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valoriser : 'Vous ne nous fermez pas la porte, cela témoigne de votre sensibilité'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Reproposer avec un montant plus accessible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10€ → 2,50€ après déduction fiscale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relance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'Seriez-vous prêt(e) à poser ce petit geste régulier ?'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toujours indécis → classer INDÉCIS 'doit réfléchir'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respecter la décision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jeu de rôle étape 5 — prospect qui préfère le don ponctuel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7 — Validation des Coordonnées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Annonce prélèvement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'1er prélèvement le 10 du mois prochain, puis le 10 de chaque mois'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À CHAUD : 'J'ai besoin de votre IBAN — série de 27 chiffres commençant par FR'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Blindage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'M'autorisez-vous à enregistrer un prélèvement mensuel de X€ pour l'UNICEF 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LIGNE EN DIRECT : envoyer le lien, guider, rester en ligne, valider ensemble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PROMESSE PA LIGNE : fixer un moment précis + rappel planifié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COURRIER (exceptionnel) : engagement ferme de renvoyer l'autorisation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Clôture : 'Merci infiniment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votre soutien va changer concrètement la vie d'enfants'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simulation complète étape 7 — traiter la méfiance IBAN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Exercice de Lecture du Script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1 : Lecture silencieuse du script complet (10 minutes)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2 : Lecture à voix haute individuelle — 1 étape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3 : Jeu de rôle complet en binôme — script de bout en bout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Grille d'observation : accroche / naturel / écoute / proposition / closing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4 : Appel chronométré — objectif : script complet en moins de 5 minutes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collectif : points forts identifiés + 1 axe d'amélioration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Auto-évaluation : chaque fundraiser note ses propres points de vigilance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Votre voix, votre conviction,
votre argument — c'est ce qui transforme
une hésitation en don concret.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Script UNICEF — SHY-Performance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