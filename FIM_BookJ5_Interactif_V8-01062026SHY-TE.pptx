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88DDDD"/>
                </a:solidFill>
              </a:rPr>
              <a:t>BOOK J5  ·  Journée 5 — 5 jours de 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10515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Synthèse &amp;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CCEEEE"/>
                </a:solidFill>
              </a:rPr>
              <a:t>Grille 24 critères · Quiz final · Plan d'action terrain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J5 — 5 Questions d'Évaluation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04672"/>
            <a:ext cx="438912" cy="82296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033271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804672"/>
            <a:ext cx="10908792" cy="384048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841248"/>
            <a:ext cx="10725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Grille de certification : combien de critères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20700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24358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527048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156362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184708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188366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24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167128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20370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33472"/>
            <a:ext cx="438912" cy="82296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86207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633472"/>
            <a:ext cx="10908792" cy="384048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670048"/>
            <a:ext cx="10725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Seuil de certification FIM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03580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07238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12/24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355848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39242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15/24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675887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1246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17/24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995927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03250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20/24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462272"/>
            <a:ext cx="438912" cy="82296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469087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462272"/>
            <a:ext cx="10908792" cy="384048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498848"/>
            <a:ext cx="10725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Seuil de quiz final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86460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90118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20/40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184648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22122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24/40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50468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54126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28/40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824727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86130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32/40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6291072"/>
            <a:ext cx="438912" cy="82296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651967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6291072"/>
            <a:ext cx="10908792" cy="384048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6327648"/>
            <a:ext cx="10725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Score excellent au quiz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669340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672998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≥ 30/40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7013448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705002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≥ 33/40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733348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737006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≥ 35/40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7653527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769010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≥ 38/40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8119871"/>
            <a:ext cx="438912" cy="82296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752" y="8348471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8119871"/>
            <a:ext cx="10908792" cy="384048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8156447"/>
            <a:ext cx="10725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Plan d'action : J+30 objectif principal 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" y="8522207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855878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5 CU/H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8842247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887882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6 CU/H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" y="9162287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" y="919886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9 CU/H 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" y="9482327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2960" y="951890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12 CU/H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Quiz J5 — Synthèse &amp; Certification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pic>
        <p:nvPicPr>
          <p:cNvPr id="11" name="Picture 10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