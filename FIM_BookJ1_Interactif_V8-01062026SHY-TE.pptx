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J1  ·  Journée 1 — 5 jours de 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Fondations &amp;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Votre identité de fundraiser · La cause · Votre raison d'agir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Programme Jour 1 — Magistral + Interactif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1645920" cy="5486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896112"/>
            <a:ext cx="1554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08h30–09h00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8528" y="822960"/>
            <a:ext cx="256032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914400"/>
            <a:ext cx="241401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Accueil &amp; Immersion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7136" y="822960"/>
            <a:ext cx="7397496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896112"/>
            <a:ext cx="720547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Témoignage bénéficiaire UNICEF · Notez ce qui vous touche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399032"/>
            <a:ext cx="1645920" cy="5486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472184"/>
            <a:ext cx="1554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09h00–10h00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38528" y="1399032"/>
            <a:ext cx="256032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1490472"/>
            <a:ext cx="241401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Apport magistral J1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17136" y="1399032"/>
            <a:ext cx="7397496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1472184"/>
            <a:ext cx="720547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UNICEF &amp; cause · 190 pays · RUTF 92g · Malnutrition · 3 principes humanitaires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975104"/>
            <a:ext cx="1645920" cy="5486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048256"/>
            <a:ext cx="1554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10h00–10h30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38528" y="1975104"/>
            <a:ext cx="256032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2066544"/>
            <a:ext cx="241401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Exercice interactif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17136" y="1975104"/>
            <a:ext cx="7397496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6864" y="2048256"/>
            <a:ext cx="720547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En groupe : 'Qu'est-ce qui vous a le plus touché ?'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551176"/>
            <a:ext cx="1645920" cy="5486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624328"/>
            <a:ext cx="1554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10h30–11h00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38528" y="2551176"/>
            <a:ext cx="256032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2642616"/>
            <a:ext cx="241401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Activité pratique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7136" y="2551176"/>
            <a:ext cx="7397496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6864" y="2624328"/>
            <a:ext cx="720547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Pitch mission 60 secondes à votre binôme — sans notes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127248"/>
            <a:ext cx="1645920" cy="5486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200400"/>
            <a:ext cx="1554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11h00–11h30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38528" y="3127248"/>
            <a:ext cx="256032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0" y="3218688"/>
            <a:ext cx="241401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KPI FIDELIS intro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7136" y="3127248"/>
            <a:ext cx="7397496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26864" y="3200400"/>
            <a:ext cx="720547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Nomenclature DON/INDÉCIS/REFUS · CU/H minimum · Organisation journée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703320"/>
            <a:ext cx="1645920" cy="5486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776472"/>
            <a:ext cx="1554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11h30–12h30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38528" y="3703320"/>
            <a:ext cx="2560320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11680" y="3794759"/>
            <a:ext cx="241401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J1 &amp; Débrief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17136" y="3703320"/>
            <a:ext cx="7397496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26864" y="3776472"/>
            <a:ext cx="720547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5 questions · Corrigé collectif · 3 apprentissages clés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Contenu Magistral J1 — L'UNICEF &amp; La Cause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1920240" cy="10058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41248"/>
            <a:ext cx="1737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1946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17320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Fondation UNICEF (ONU)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9424" y="822960"/>
            <a:ext cx="1920240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841248"/>
            <a:ext cx="1737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1417320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Pays présents dans le monde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822960"/>
            <a:ext cx="1920240" cy="10058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841248"/>
            <a:ext cx="1737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417320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Enfants du monde vaccinés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822960"/>
            <a:ext cx="1920240" cy="10058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841248"/>
            <a:ext cx="1737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92g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417320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Poids sachet RUTF malnutrition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822960"/>
            <a:ext cx="1920240" cy="10058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841248"/>
            <a:ext cx="1737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6–8 sem.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1417320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Guérison enfant après RUTF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822960"/>
            <a:ext cx="1920240" cy="100584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841248"/>
            <a:ext cx="1737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 princ.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417320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Humanité · Impartialité · Neutralité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J1 — Évaluation des Connaissances (5 Questions)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9144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097280"/>
            <a:ext cx="420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11164824" cy="4114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868680"/>
            <a:ext cx="109545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En quelle année l'UNICEF a-t-il été fondé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252728"/>
            <a:ext cx="11164824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1298448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a) 1901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581912"/>
            <a:ext cx="11164824" cy="320040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1627632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b) 1946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1911095"/>
            <a:ext cx="11164824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956815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c) 1959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240279"/>
            <a:ext cx="11164824" cy="320040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2285999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d) 1919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26079"/>
            <a:ext cx="457200" cy="9144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3200399"/>
            <a:ext cx="420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2926079"/>
            <a:ext cx="11164824" cy="4114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2971799"/>
            <a:ext cx="109545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Dans combien de pays l'UNICEF est-il présent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3355848"/>
            <a:ext cx="11164824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3401568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a) 120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685032"/>
            <a:ext cx="11164824" cy="320040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730752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b) 150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4014216"/>
            <a:ext cx="11164824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059936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c) 190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4343400"/>
            <a:ext cx="11164824" cy="320040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4389120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d) 210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029200"/>
            <a:ext cx="457200" cy="9144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" y="5303520"/>
            <a:ext cx="420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5029200"/>
            <a:ext cx="11164824" cy="4114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5074920"/>
            <a:ext cx="109545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Quel % des enfants du monde l'UNICEF vaccine-t-il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5458968"/>
            <a:ext cx="11164824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" y="5504688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a) 25%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5788152"/>
            <a:ext cx="11164824" cy="320040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5833872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b) 35%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6117336"/>
            <a:ext cx="11164824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" y="6163056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c) 45%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6446520"/>
            <a:ext cx="11164824" cy="320040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" y="6492240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d) 60%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Quiz J1 — Fondations &amp; 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pic>
        <p:nvPicPr>
          <p:cNvPr id="11" name="Picture 10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