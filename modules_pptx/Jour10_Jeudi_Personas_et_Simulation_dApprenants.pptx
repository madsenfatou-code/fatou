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10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Personas et Simulation d'Apprenants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Différenciation pédagogique · Parcours adaptatifs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J10/78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Les Personas — Connaître ses Apprenants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et Tester 4 Personas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 Parcours Différenciés — Module Gestion Client Difficile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 Fiches Personas + Parcours Différenciés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Les Personas — Connaître ses Apprenants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Qu'est-ce qu'un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Portrait-robot d'un type d'apprenant : profil, motivations, freins, mode d'apprentissage préféré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Pourquoi c'est crucial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Une formation identique pour tous = 40% d'efficacité. Différenciée =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IA et personas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peut simuler un apprenant donné pour tester vos exercices et détecter les difficultés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4 personas types 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 débutant anxieux / Agent expérimenté résistant / Manager sceptique / Manager motivé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Application pratique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livrable : demandez à Claude 'Comment cet apprenant réagirait à ce module ?'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personas transforment une formation générique en expérience personnalisée — c'est votre valeur ingénierie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L'IA peut jouer le rôle de n'importe quel apprenant — testez vos formations avant de les délivrer.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et Tester 4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Persona 1 — L'Anxieux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 3 mois / peur de l'erreur / besoin de rassurance. Demandez à Claude de jouer ce rôle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Persona 2 — Le Résistant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 8 ans / 'on fait déjà ça' / valorise son expérience. Comment l'engager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Persona 3 — Le Manager Sceptique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'L'IA ça ne marchera jamais chez nous' — argumentaire adapté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Persona 4 — Le Curieux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Apprenant enthousiaste mais dispersé — comment canaliser l'énergie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4 Parcours Différenciés — Module Gestion Client Difficile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Adapter le module Jour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persona : mêmes objectifs, approches pédagogiques différentes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Personnaliser le 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L'Anxieux a besoin de bienveillance / Le Résistant a besoin de légitimité /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Créer les variantes d'exercices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mise en situation, niveaux de difficulté différents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Ces variantes font partie de votre ingénierie pédagogique avancée — différenciateur commercial fort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 Fiches Personas + Parcours Différenciés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4 profils d'apprenants détaillés + adaptation du module J9 pour chaque profil — ingénierie pédagogique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Claude Projects — Votre Assistant Personnel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Configurez 3 assistants IA spécialisés qui connaissent votre méthode, vos offres et vos chartes métier.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10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