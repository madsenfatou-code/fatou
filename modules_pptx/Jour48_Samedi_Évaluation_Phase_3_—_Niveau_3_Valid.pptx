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48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Évaluation Phase 3 — Niveau 3 Validé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Quiz · Portfolio · Passage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J48/78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Grille Évaluation — Niveau 3 Intégration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Phase 3 — 20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3 — Consolidation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3 — 37 Livrables + 3 Offres Packagées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Grille Évaluation — Niveau 3 Intégration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1 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Automatiser au moins 2 processus de son activité — démonstration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2 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offres freelance packagées avec prix et livrables décrits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3 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Former quelqu'un d'autre à l'utilisation de l'IA — simulé avec Claude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4 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Portfolio 37 livrables documentés et valorisés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5 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Contenu LinkedIn publié ou prêt à publier — 3 posts minimum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Score ≥ 60/100 = Niveau 3 validé. Entrée en Phase 4 : Freelance 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Phase 3 terminée — vous êtes maintenant l'une des rares expertes ISO × Formation × IA en France.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Quiz Phase 3 — 20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Questions 1-5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SMQ IA / cartographie processus / audit interne IA / 8D IA / indicateurs prédictifs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Questions 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PDCA IA / Make workflows / Typeform / Airtable CRM / suivi post-formation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Questions 11-15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Lean × IA / benchmark / storytelling / veille IA / LinkedIn stratégie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Questions 16-20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Décrire votre architecture no-code / vos 3 offres / votre PVU / votre valeur différenciante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Portfolio Phase 3 — 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37 livrables documentés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livrable : valeur commerciale estimée + outil principal + temps de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offres finalisées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Offre 1 Audit Qualité / Offre 2 SMQ / Offre 3 Formation — prêtes à envoyer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Score et 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score Phase 3 / écart à 60 / plan si besoin de révision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37 livrables professionnels en 8 semaines — c'est une performance remarquable. Continuez.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Portfolio Phase 3 — 37 Livrables + 3 Offres Packagées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Phase 3 complétée. Score ≥ 60 = Niveau 3 certifié. Entrée en Phase 4 : Freelance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Phase 4 — Développer votre Activité Freelance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PVU / tarifs / GPT Custom / personal branding — vous allez transformer votre expertise en revenus.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48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