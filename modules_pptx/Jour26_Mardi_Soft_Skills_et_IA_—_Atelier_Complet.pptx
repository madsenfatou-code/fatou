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26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Soft Skills et IA — Atelier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Empathie · Assertivité · Écoute · Programme 7h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J26/78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enseigner les Soft Skills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Concevoir l'Architecture de l'Atelier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Programme Atelier Soft Skills × IA — 7h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Programme Atelier Soft Skills × IA — 7h Clé en 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enseigner les Soft Skills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Soft skills prioritaires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Empathie / écoute active / assertivité / gestion du stress / leadership /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Limite de l'IA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ne peut pas évaluer l'authenticité d'une empathie — votre regard humain est irremplaçable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IA comme outil de pratique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Simulations répétées / feedback immédiat / cas variés infinis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Ancrage comportemental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simulation IA crée de la mémoire musculaire verbale — ancrage durable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Format atelier idéal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Alternance : concept (15 min) / démonstration IA (10 min) / pratique (25 min) / débriefing (10 min)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soft skills développées avec IA + coaching humain progressent 2x plus vite qu'en formation classique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rôle n'est pas de transmettre des soft skills — c'est de créer les conditions pour que les apprenants les découvrent.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Concevoir l'Architecture de l'Atelier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Structure 7h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Matin : concepts et démonstrations (3h) / Après-midi : pratique intensive et débriefing (4h)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Activités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simulations Claude / 2 jeux de rôle inter-apprenants / 1 analyse transcription collective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Évaluation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Grille d'observation comportementale / auto-évaluation avant-après / plan de développement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Kit participant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apprenant / fiches mémo / plan d'engagement personnel post-atelier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Programme Atelier Soft Skills × IA — 7h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Programme détaillé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Minute par minute : activité / durée / matériel / animation / objectif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Supports formateur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Guide animateur / fiches activités / grilles d'observation / corrigés débriefing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Kit participant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20 pages / fiches mémo / plan d'engagement / ressources complémentaires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Atelier vendable en intra-entreprise : 800-1500€ la journée — l'un de vos produits phares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Programme Atelier Soft Skills × IA — 7h Clé en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Guide formateur + supports + kit participant — formation intra-entreprise prête à délivrer.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Recrutement IA-assisté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kit recrutement complet pour centres d'appels : fiche poste + grille entretien + onboarding 30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26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