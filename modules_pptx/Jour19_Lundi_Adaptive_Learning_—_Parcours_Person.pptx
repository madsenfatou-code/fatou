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19  —  LUNDI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Adaptive Learning — Parcours Personnalisés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Formation différenciée · 3 niveaux · IA pédagogique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IA × Centres d'Appels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Sem. 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J19/78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L'Adaptive Learning — La Formation qui s'Adapte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Architecturer 3 Parcours selon le Niveau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Architecture Formation Adaptative Agents CA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Architecture Formation Adaptative — 3 Niveaux Agents CA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19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19/78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L'Adaptive Learning — La Formation qui s'Adapte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Définition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Parcours qui s'adapte au niveau, au rythme et aux résultats de chaque apprenant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IA et adaptation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L'IA analyse les réponses → ajuste la difficulté → personnalise les exercices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3 profils types 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Débutant (0-6 mois) / Confirmé (6 mois-2 ans) / Expert (2 ans+)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Mêmes objectifs, voies différentes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Tous doivent maîtriser les mêmes compétences — les chemins varient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Sans LMS dédié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Vous pouvez créer des parcours adaptatifs simples avec Claude + questionnaires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Un parcours adaptatif réduit le temps de formation de 40% tout en augmentant la rétention de 60%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L'adaptive learning est l'avenir de la formation — vous pouvez le proposer aujourd'hui avec des outils accessibles.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19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19/78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Architecturer 3 Parcours selon le Niveau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Parcours Débutant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Fondamentaux / beaucoup de pratique guidée / feedback fréquent / progression linéaire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Parcours Confirmé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Consolidation ciblée / cas complexes / autonomie croissante / évaluation par situations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Parcours Expert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Perfectionnement / pairs learning / cas rares / contribution au collectif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Points de jonction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Moments où les parcours se rejoignent — cohésion d'équipe et partage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19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19/78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Architecture Formation Adaptative Agents CA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Parcours complet 3 niveaux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Objectifs / contenus / activités / évaluations / durées pour chaque profil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Outils simples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Typeform pour diagnostic initial / Claude pour personnaliser / Notion pour suivre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Guide de l'animateur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Comment identifier le bon parcours pour chaque agent / comment progresser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Cette architecture est la base de votre offre d'ingénierie de formation — valorisez-la à 2000-5000€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19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19/78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19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Architecture Formation Adaptative — 3 Niveaux Agents 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3 parcours complets avec objectifs, activités et évaluations différenciés — ingénierie pédagogique premium.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19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19/78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Jeux de Rôle IA et Simulation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Apprenez à configurer Claude comme client simulé — créez 10 scénarios de jeux de rôle prêts à l'emploi.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19 sur 78  |  Phase 2 — IA × Centres d'Appels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