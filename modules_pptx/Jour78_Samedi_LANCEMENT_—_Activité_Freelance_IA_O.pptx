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78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LANCEMENT — Activité Freelance IA Officiellement Ouverte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Célébrer · Annoncer · Premier pas commercial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J78/78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Lancement — De la Formation à l'Action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Lancement Officiel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Lancement Officiel TAMOU NEURAL PATH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LANCEMENT OFFICIEL — Post LinkedIn + 10 Prospections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78/78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Lancement — De la Formation à l'Action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Célébrez d'abord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78 jours d'effort intensif méritent une vraie célébration — marquez ce moment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Post LinkedIn d'annonce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Votre histoire en 3 paragraphes : avant / parcours / maintenant — authentique et humain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10 messages de prospection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Les 10 premières cibles de votre liste Jour 61 — envoyez aujourd'hui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Votre première 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Peut-être déjà en cours — sinon elle arrive dans les prochaines semaines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L'IA continue d'évoluer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Votre veille hebdomadaire est maintenant essentielle — le marché bouge vite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 diplôme le plus précieux en IA, c'est la pratique — vous l'avez. Maintenant, livrez.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n'êtes plus une novice en IA. Vous êtes une experte qui a 15 ans de terrain ET une maîtrise IA concrète. C'est exceptionnel.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78/78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Lancement Officiel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Célébration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Prenez le temps de mesurer le chemin parcouru — 78 jours / 52 livrables / 312 heures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Post LinkedIn d'annonce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'Après 3 mois intensifs, je suis officiellement...' — votre histoire vraie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10 messages de prospection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Les 10 premières cibles — messages personnalisés Jour 61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🗓️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Agenda semaine 1 post-formation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Définissez vos 3 priorités commerciales pour les 7 prochains jours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78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78/78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Lancement Officiel TAMOU NEURAL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Post LinkedIn d'annonce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Authentique / inspirant / avec appel à l'action discret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10 messages envoyés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Dans votre CRM Airtable : statuts mis à jour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Agenda semaine prochaine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priorités commerciales claires + 1 objectif de veille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Félicitations ! Vous avez accompli quelque chose de remarquable. L'aventure continue.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78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78/78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78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LANCEMENT OFFICIEL — Post LinkedIn + 10 Prospections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Annonce publique de votre activité + premières prospections — Jour 1 de votre vie professionnelle 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78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78/78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La Suite — Votre Avenir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TAMOU NEURAL PATH est terminé. Votre expertise IA × Formation × CA × ISO est certifiée. Le marché vous attend.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78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