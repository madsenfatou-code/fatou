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56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Formation 'IA pour Formateurs' — Finalisation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Ateliers J1 · Programme J2 · Kit complet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J56/78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Les Ateliers Pratiques — Cœur de la 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les Ateliers et le Programme J2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Formation IA pour Formateurs — Kit Complet 2 Jours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Formation 'IA pour Formateurs' — Kit Complet 2 Jours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56/78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Les Ateliers Pratiques — Cœur de la 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Principe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 atelier = 1 compétence + 1 livrable produit — le formateur repart avec quelque chose de concret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3 ateliers J1 après-midi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Atelier prompts / Atelier Canva IA / Atelier Gamma — 45 min chacun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Structure J2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Matin : outils avancés + automatisation (3h) / Après-midi : projet intégrateur (4h)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Projet intégrateur J2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participant conçoit UN module de formation complet avec l'IA — en 3h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Évaluation et certification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Quiz + livrable + auto-évaluation — attestation de formation remise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atelier production &gt; 3 heures de théorie — les adultes apprennent en faisant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Le projet intégrateur J2 est votre argument commercial le plus fort — les participants repartent avec un livrable réel.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56/78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les Ateliers et le Programme J2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3 fiches atelier J1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atelier : objectif / consigne / matériel / durée / débriefing / livrable attendu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🗺️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Programme J2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9h-17h30 minute par minute — outils avancés + projet intégrateur + remise attestation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Livret J2 + éval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Livret participant J2 + quiz 20 questions + grille auto-évaluation + attestation 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Assembler le kit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Rassemblez tout : programme / slides / livrets / ateliers / évaluation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56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56/78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Formation IA pour Formateurs — Kit Complet 2 Jours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formateur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Programme J1+J2 / fiches ateliers / guide animation / réponses aux objections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Supports participants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Livret J1+J2 / slides imprimables / ressources complémentaires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Évaluation complète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Quiz + grille observation + attestation type — conformité Qualiopi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Formation prête à délivrer — première session peut être proposée dès la semaine prochaine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56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56/78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56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Formation 'IA pour Formateurs' — Kit Complet 2 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Guide formateur + supports participants + évaluation — formation clé en main à 800-1200€/participant.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56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56/78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Atelier 'Manager IA-Ready' —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Concevez votre atelier 1 journée pour managers de centres d'appels — programme, supports, activités.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56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