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TAMOU NEURAL 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1691640"/>
            <a:ext cx="4846320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5A623"/>
                </a:solidFill>
              </a:rPr>
              <a:t>JOUR 75  —  MERCREDI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FFFFFF"/>
                </a:solidFill>
              </a:rPr>
              <a:t>Roadmap Professionnelle IA — 12 Mois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18688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CCD3E8"/>
                </a:solidFill>
              </a:rPr>
              <a:t>Certifications · Objectifs CA · Nouvelles compétences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4884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Phase 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461772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Maîtrise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8348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Sem. 13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1812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J75/78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PLANNING DU JOUR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78992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078992"/>
            <a:ext cx="10972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7043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🌅 MATIN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1907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09h00–09h45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1444752"/>
            <a:ext cx="155448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1444752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THÉORIE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426464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Planifier la Suite avec l'IA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377439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2377439"/>
            <a:ext cx="10972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0175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09h45–11h00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2743199"/>
            <a:ext cx="155448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0" y="2743199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EXERCICE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724911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Construire la Roadmap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675887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3675887"/>
            <a:ext cx="109728" cy="118872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767327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B25"/>
                </a:solidFill>
              </a:rPr>
              <a:t>🌇 APRÈS-MIDI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31596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14h00–16h00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0" y="4041648"/>
            <a:ext cx="1554480" cy="402336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0" y="4041648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PRODUCTION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023359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Roadmap Professionnelle IA — 12 Mois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974336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4974336"/>
            <a:ext cx="109728" cy="118872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065775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C65E"/>
                </a:solidFill>
              </a:rPr>
              <a:t>📋 LIVRABLE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61441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16h00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0" y="5340096"/>
            <a:ext cx="1554480" cy="402336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0" y="5340096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LIVRABLE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5321807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Roadmap Professionnelle IA — 12 Mois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75 / 78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75/78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THÉORIE — Planifier la Suite avec l'IA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THÉORIE  45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91440" cy="603503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" y="1463040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Certifications recommandées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1746504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Google AI Essentials (gratuit) / Microsoft AI-900 / HubSpot AI / Qualiopi + IA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75688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075688"/>
            <a:ext cx="91440" cy="603503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" y="2121408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Compétences à approfondir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" y="2404872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Agents IA / analyse de données / vidéo IA / prompt engineering avancé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34056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734056"/>
            <a:ext cx="91440" cy="603503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" y="2779776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Objectifs commerciaux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3063240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CA cible à 6 mois / 12 mois / nb missions / nb clients récurrents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92424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392424"/>
            <a:ext cx="91440" cy="603503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" y="3438144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Stratégie de contenu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7" y="3721608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Newsletter mensuelle / webinaire trimestriel / livre blanc annuel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4050791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4050791"/>
            <a:ext cx="91440" cy="603503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1207" y="4096511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Partenariats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7" y="4379976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1 cabinet conseil / 1 éditeur LMS / 1 association AFNOR — pour co-développement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4709159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" y="4709159"/>
            <a:ext cx="91440" cy="603503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1207" y="4873751"/>
            <a:ext cx="112471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 Le marché IA-Formation va croître de 35% par an — vous êtes positionnée pour en capturer une part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5458968"/>
            <a:ext cx="11521440" cy="566928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550407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💡  La meilleure stratégie pour les 12 prochains mois : aller chercher les 3 premières missions et les réussir parfaitement.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75 / 78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75/78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EXERCICE — Construire la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EXERCICE  75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109728" cy="13898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" y="1527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🗓️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154533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Roadmap trimestrielle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198424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Q1 : premières missions / Q2 : scale / Q3 : certifications / Q4 : nouvelles offres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49340" y="141732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49340" y="1417320"/>
            <a:ext cx="109728" cy="1389888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13931" y="1527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62572" y="154533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C65E"/>
                </a:solidFill>
              </a:rPr>
              <a:t>3 objectifs par trimestre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3931" y="198424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Mesurables / atteignables / avec indicateurs de suivi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92608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2926080"/>
            <a:ext cx="109728" cy="1389888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" y="30358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1" y="305409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B25"/>
                </a:solidFill>
              </a:rPr>
              <a:t>Plan de formation continue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" y="349300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2 formations ou certifications par an minimum — budget et calendrier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9340" y="292608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9340" y="2926080"/>
            <a:ext cx="109728" cy="1389888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13931" y="30358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62572" y="305409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C60"/>
                </a:solidFill>
              </a:rPr>
              <a:t>Objectifs financiers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13931" y="349300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CA mensuel cible / nb clients / TJM cible / charges prévisionnelles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75 / 78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75/78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PRODUCTION — Roadmap Professionnelle IA — 12 Mois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PRODUCTION  2h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" y="1463040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Document roadmap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1746504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Trimestriel / objectifs / actions / formations / jalons / indicateurs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75688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075688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" y="2121408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Tableau de bord objectifs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" y="2404872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Notion : suivi mensuel de vos indicateurs clés freelance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34056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734056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" y="2779776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Plan formation 12 mois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3063240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Certifications / formations / lectures / communautés — avec dates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92424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392424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" y="3557016"/>
            <a:ext cx="112471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 Votre roadmap est votre contrat avec vous-même — révisez-la tous les 3 mois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75 / 78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75/78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✅  LIVRABLE DU JOUR 75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11521440" cy="13716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9728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Roadmap Professionnelle IA — 12 Mois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2763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Plan de développement trimestriel + objectifs + formations — votre GPS professionnel IA.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487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C60"/>
                </a:solidFill>
              </a:rPr>
              <a:t>📌  Sauvegardez dans Notion → Portfolio → Phase 5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017520"/>
            <a:ext cx="11521440" cy="603504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090672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Livrable sauvegardé dans Notion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3675887"/>
            <a:ext cx="115214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749039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Journal de bord rempli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334256"/>
            <a:ext cx="11521440" cy="603504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407408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Meilleur prompt archivé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4992624"/>
            <a:ext cx="115214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5065776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Niveau de confiance noté /10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75 / 78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75/78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DEMAIN — JOUR 76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74519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A623"/>
                </a:solidFill>
              </a:rPr>
              <a:t>Soutenance Finale — Jury IA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2633472"/>
            <a:ext cx="5760720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CCD3E8"/>
                </a:solidFill>
              </a:rPr>
              <a:t>Présentez votre portfolio complet et votre mission capstone devant Claude jouant un jury de 3 experts.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4114800"/>
            <a:ext cx="11521440" cy="128016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4206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</a:rPr>
              <a:t>📋  RAPPELS AVANT DE FERMER 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61772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→  Journal de bord Notion rempli   →   Livrable sauvegardé   →   Niveau confiance /10 noté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3E8"/>
                </a:solidFill>
              </a:rPr>
              <a:t>TAMOU NEURAL PATH  |  Jour 75 sur 78  |  Phase 5 — Maîtrise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