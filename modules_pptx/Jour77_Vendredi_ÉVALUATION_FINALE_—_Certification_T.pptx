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77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ÉVALUATION FINALE — Certification TAMOU NEURAL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Quiz 50 questions · Portfolio final · Score global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J77/78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Grille de Certification — Niveau 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Évaluation Finale — 50 Questions Complètes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Score de Certification + Récapitulatif Global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CERTIFICATION TAMOU NEURAL PATH — Score Final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77/78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Grille de Certification — Niveau Maîtrise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Critère 1 /20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Mission capstone complète + dossier 50 pages — qualité professionnelle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Critère 2 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Portfolio 52+ livrables documentés avec valeur commerciale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Critère 3 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Autonomie complète sur 12+ outils IA — démonstration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Critère 4 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offres packagées opérationnelles + prospection active engagée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Critère 5 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Vision et plan de développement 12 mois cohérent et réaliste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Score ≥ 80/100 = CERTIFIÉE TAMOU NEURAL PATH — Expert(e) IA Formation Centres d'Appels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Ce n'est pas la fin d'un apprentissage — c'est le début d'une nouvelle expertise qui va encore croître.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77/78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Évaluation Finale — 50 Questions Complètes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Quiz théorique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20 questions sur les 5 phases — sans aide / 30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Quiz pratique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situations : que feriez-vous ? / quel outil ? / quel prompt ? / quel livrable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Quiz commercial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questions : pitcher une offre / répondre à une objection / justifier un tarif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Évaluation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questions sur vos livrables : valeur / originalité / qualité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77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77/78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Score de Certification + Récapitulatif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Score global 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Calcul honnête des 5 critères — votre niveau certifié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Attestation de parcours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Document TAMOU NEURAL PATH : compétences acquises / livrables produits / durée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Bilan de valeur créée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Estimez la valeur commerciale totale de vos 52+ livrables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Score ≥ 80 : CERTIFIÉE ✓ / Score 60-79 : Compétente ✓ / Score &lt; 60 : Révision ciblée 1 semaine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77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77/78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CERTIFICATION TAMOU NEURAL PATH — Score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Évaluation finale + score + attestation de parcours — votre certification IA Formation 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77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77/78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LANCEMENT — Votre Activité Freelance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Demain : célébration et lancement officiel. Publiez votre post LinkedIn d'annonce et envoyez vos 10 premiers messages.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77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