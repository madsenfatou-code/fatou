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62  —  MARDI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Proposition Commerciale et Devis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Structure · Argumentation · Template réutilisable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J62/78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Proposition Commerciale Convaincante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Créer le Template Proposition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Template Proposition Commerciale Complet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Template Proposition Commerciale 8-10 Pages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62/78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La Proposition Commerciale Convaincante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Structure en 7 parties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Contexte client / Problème identifié / Votre solution / Livrables / Planning / Prix / CTA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Règle fondamentale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80% sur le client et son problème / 20% sur vous — pas l'inverse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Preuve sociale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Étude de cas / témoignage / chiffre concret — une preuve vaut mille promesses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Clarté du prix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Prix visible et justifié — ne jamais cacher le tarif en fin de document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8-10 pages maximum / design professionnel / PDF envoyé + lien web pour suivi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Une proposition bien structurée se lit en 5 minutes et se décide en 5 secondes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La proposition commerciale est la traduction de votre diagnostic — elle doit montrer que vous avez compris le problème.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62/78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Créer le Template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Template 8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structure les 7 sections avec placeholders — vous personnalisez pour chaque client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Mise en page Canva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Design professionnel : couverture / sections claires / photos / charte graphique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Section prix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options avec ce qui est inclus / exclu / tarif clairement affiché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Simulation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Remplissez le template pour un client fictif — est-ce convaincant pour un DRH CA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62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62/78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Template Proposition Commerciale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Template 8-10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PDF éditable / sections pré-structurées / placeholders clairement indiqués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versions prix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Essentiel / Pro / Premium — avec différenciation claire des livrables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Check-list pré-envoi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 points à vérifier avant chaque envoi : personnalisation / cohérence prix / fautes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Avec ce template : une proposition personnalisée se produit en 30 minutes — gain majeur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62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62/78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62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Template Proposition Commerciale 8-10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Template réutilisable avec 3 niveaux de prix — proposition personnalisée en 30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62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62/78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Simulation d'Entretien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Préparez et simulez un entretien de vente avec Claude jouant un DRH sceptique — maîtrisez les objections.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62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