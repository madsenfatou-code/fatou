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15  —  MERCREDI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Scripts Intelligents et Arbres de Décision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Scripts adaptatifs · Escalade · Désescalade émotionnelle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IA × Centres d'Appels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Sem.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J15/78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Scripts IA vs Scripts Classiques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Construire le Script Réclamation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Script Complet Appels Entrants Réclamation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Script Appels Entrants Réclamation — 3 Niveaux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15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15/78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Scripts IA vs Scripts Classiques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Script classique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Linéaire / rigide / ne s'adapte pas à l'émotionnel du client / frustrant pour l'agent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Script IA adaptatif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Branché sur le sentiment client / propose des variantes selon le contexte / s'enrichit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Arbre de décision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Si client calme → procédure standard / Si client agité → désescalade / Si urgent → escalade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3 niveaux d'escalade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Niveau 1 : agent / Niveau 2 : superviseur / Niveau 3 : responsable — avec critères clairs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Formules de désescalade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Empathie verbale / validation du ressenti / reformulation positive / engagement de résolution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 bon script IA réduit le temps de traitement de 20% et augmente la satisfaction de 35%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Votre expertise terrain vous permet de rédiger des scripts que l'IA seule ne peut pas produire — combinaison gagnante.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15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15/78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Construire le Script Réclamation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🗺️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Cartographier les flux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Listez les 5 types de réclamations les plus fréquentes en CA entrant — avec Claude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Script niveau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Rédiger l'ouverture / identification / reformulation / proposition solution / clôture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Scripts escalade 2 &amp;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Formules de transition / informations à transmettre / posture agent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Tester avec jeu de rôle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Claude joue un client réclamant — testez votre script en temps réel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15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15/78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Script Complet Appels Entrants Réclamation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Structure complète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Accueil → Identification → Écoute → Reformulation → Solution → Escalade si besoin → Clôture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Variantes émotionnelles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3 registres : client calme / irrité / en colère — formules adaptées à chaque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Guide d'utilisation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Comment lire et adapter le script sans le réciter — garder le naturel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Format : document Word structuré + version quick reference une page pour l'agent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15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15/78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Script Appels Entrants Réclamation — 3 Niveaux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Script complet avec variantes émotionnelles et protocole escalade — modèle adaptable par secteur.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15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15/78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KPIs et Tableaux de Bord IA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Créez un dashboard KPI centres d'appels augmenté par l'IA avec zones d'alerte et recommandations auto.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15 sur 78  |  Phase 2 — IA × Centres d'Appels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