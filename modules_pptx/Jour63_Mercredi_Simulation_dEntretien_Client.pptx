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63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Simulation d'Entretien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Vente consultative · Objections · SPIN selling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J63/78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Vente Consultative pour Expert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Simuler 3 Entretiens Clients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Guide de Vente et Gestion des Objections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Guide Vente Consultative + 10 Objections Répondues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Vente Consultative pour Expert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SPIN Selling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Situation / Problème / Implication / Need-payoff — 4 types de questions pour révéler le besoin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Écoute avant proposition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80% du temps : comprendre / 20% : proposer — les experts qui écoutent vendent plus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objections fréquentes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'Trop cher' / 'On a déjà un formateur' / 'L'IA c'est pas pour nous' / 'On verra l'année prochaine'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Réponse aux objections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Valider / Questionner / Reformuler / Proposer — jamais argumenter frontalement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Closing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Demander clairement la décision / proposer une prochaine étape concrète / relancer si besoin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expert qui maîtrise la vente consultative peut facturer 30% de plus qu'un expert qui ne sait pas vendre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avez l'expertise — apprenez à la vendre. La vente n'est pas de la manipulation, c'est de la communication.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Simuler 3 Entretiens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Entretien 1 — DRH bienveillant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un DRH intéressé — pratiquez SPIN / la proposition / le closing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Entretien 2 — Directeur sceptique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un directeur CA résistant — gérez les 5 objections les plus dures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Entretien 3 — Budget serré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joue un responsable avec budget limité — créez une offre adaptée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Après chaque entretien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Demandez à Claude le feedback : qu'est-ce qui a bien marché / à améliorer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Guide de Vente et Gestion des Objections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objections + réponses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 : objection / réponse recommandée / question de rebond / exemple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SPIN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Vos 15 questions SPIN adaptées aux contextes CA / formation / qualité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Script de closing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versions : soft / direct / alternatif — selon le profil du 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Pratiquez 1 entretien simulé par semaine — la vente s'améliore comme toute compétence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Guide Vente Consultative + 10 Objections Répondues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Argumentaire complet + script SPIN + réponses objections + techniques closing.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CGV, Contrat et Cadre Juridique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Rédigez vos CGV, votre contrat de prestation et vos clauses IA — avec Claude comme assistant juridique.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63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