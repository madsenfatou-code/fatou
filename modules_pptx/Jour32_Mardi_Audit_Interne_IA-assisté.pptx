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32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Audit Interne IA-assisté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Plan d'audit · Check-list terrain · Rapport automatisé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J32/78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L'Audit Interne Augmenté par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Préparer un Audit Fictif Complet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Audit Interne Complet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Audit Interne Formation CA — Plan + Check-list + Rapport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L'Audit Interne Augmenté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Gain de temps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 d'audit + check-list + rapport = 1 journée → 2 heures avec l'IA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Qualité préservée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structure — votre expertise terrain garantit la pertinence des constats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Plan d'audit ISO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Périmètre / objectifs / critères / méthode / équipe / calendrier / livrables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Check-list intelligente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Questions adaptées au contexte CA — pas générique, spécifique à votre secteur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Rapport automatisé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À partir de vos notes de terrain → Claude génère le rapport structuré en 20 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audit interne bien préparé avec l'IA détecte 40% de non-conformités supplémentaires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L'IA prépare et formate — vous observez, constatez et jugez. Le jugement audit reste humain.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Préparer un Audit Fictif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Plan d'audit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Département formation d'un CA fictif de 100 agents — périmètre / objectifs / calendrier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Check-list terrain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40 questions spécifiques CA : formation initiale / continue / évaluation / documentation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Simulation terrain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Jouez l'auditeur : Claude joue le responsable formation — 3 constats fictifs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Rapport auto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À partir de vos 3 constats : demandez à Claude de générer le rapport d'audit complet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Kit Audit Interne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d'audit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réutilisable pour tout département formation 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Check-list 40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Organisée par chapitre ISO — coche et notes terrain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Template rapport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Structure standard : contexte / méthode / constats / non-conformités / recommandations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kit vaut 1 à 3 jours de prestation — packagez-le dans votre offre conseil 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Kit Audit Interne Formation CA — Plan + Check-list + Rapport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3 documents prêts à l'emploi — intégrés dans votre offre d'audit qualité.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Non-Conformités et Méthode 8D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Maîtrisez la méthode 8D augmentée par l'IA — traitez 3 non-conformités fictives en moins de 2 heures.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32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