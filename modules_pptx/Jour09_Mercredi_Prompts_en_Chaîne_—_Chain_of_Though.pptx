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9  —  MERCREDI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Prompts en Chaîne — Chain of Thought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Décomposer les missions complexes · Module formation complet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Fondations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Sem.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J9/78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Chain of Thought — Penser en Séquences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Chaîne de 5 Prompts — Module Gestion Client Difficile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Module Complet — Gestion Client Difficile (4h)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Module de Formation Complet — Gestion Client Difficile (4h)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9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9/78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Chain of Thought — Penser en Séquences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Problème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Un seul prompt long donne souvent une réponse superficielle et peu structurée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Solution : Chain of Thought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Décomposez la mission en 4-6 étapes logiques, chacune avec son propre prompt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Avantage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Chaque étape peut être vérifiée et affinée avant de passer à la suivante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Avantage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L'IA garde le contexte d'une réponse à l'autre dans la même conversation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Structure 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Objectifs → Plan → Contenu → Exercices → Évaluation → Guide formateur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module de formation complet se construit en 5 prompts enchaînés en moins d'1h30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Chain of Thought = penser comme un ingénieur pédagogique, faire faire à l'IA chaque pièce du puzzle.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9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9/78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Chaîne de 5 Prompts — Module Gestion Client Difficile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1️⃣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Prompt 1 — Objectifs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'Définis 4 objectifs SMART pour un module Gestion client difficile, agents 6 mois expérience'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2️⃣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Prompts 2-3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Plan de cours 5 parties → Développer le contenu de la partie 'Désescalade émotionnelle'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3️⃣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Prompt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'Crée 3 exercices pratiques de mise en situation pour cette partie, avec grilles d'observation'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4️⃣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Prompt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'Rédige l'évaluation finale du module avec corrigé — QCM 10 questions + cas pratique'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9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9/78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Module Complet — Gestion Client Difficile (4h)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Assembler les 5 livrables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Objectifs + plan + contenu + exercices + évaluation = module complet clé en 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Guide formateur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Demandez à Claude de générer le guide formateur avec timings et conseils d'animation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Vérification experte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Relisez avec votre regard de formatrice — corrigez ce qui sonne faux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 module est immédiatement vendable — estimez sa valeur (temps économisé × tarif horaire)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9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9/78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9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Module de Formation Complet — Gestion Client Difficile (4h)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Objectifs + plan + contenu + 3 exercices + évaluation + guide formateur — module clé en main.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9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9/78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Personas et Simulation d'Apprenants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Créez 4 personas d'apprenants typiques de vos formations et des parcours différenciés pour chacun.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9 sur 78  |  Phase 1 — Fondations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