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Google NotebookLM — Expert ISO Personnel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Analyser la norme ISO 9001 avec l'IA · Fiche synthèse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J5/78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NotebookLM — L'IA qui Lit vos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Charger ISO 9001 et Interroger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Fiche Synthèse ISO 9001 pour Managers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Guide ISO 9001 'Version Terrain' pour Managers Centres d'Appels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NotebookLM — L'IA qui Lit vos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Principe NotebookLM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Vous chargez vos propres documents — l'IA répond uniquement à partir de ces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Avantage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Zéro hallucination sur le contenu chargé — elle cite exactement ce qui est dans votre document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Usages 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Analyser une norme / synthétiser un manuel / interroger un rapport d'audit / préparer une formation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Usages qualité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Extraire les exigences clés / comparer deux versions / créer des FAQ pour managers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Format des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PDF, Word, Google Docs, sites web, YouTube — grande flexibilité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NotebookLM transforme n'importe quel document dense en base de connaissances interrogeable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Avec NotebookLM + votre expertise ISO, vous pouvez créer des formations et audits 5x plus vite.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Charger ISO 9001 et Interroger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Préparer les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Trouvez un résumé ou extrait ISO 9001 v2015 en PDF (AFNOR, formation existante, votre cours)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Charger dans NotebookLM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Nouveau notebook → Ajouter source → chargez votre PDF ISO 9001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15 questions métier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Posez 15 questions précises : chapitres clés, exigences formation, indicateurs, audits internes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Documenter les réponses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Notez les réponses les plus pertinentes — comparez avec votre connaissance expert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Fiche Synthèse ISO 9001 pour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Cible : manager de centre d'appels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Pas un qualitologue — quelqu'un qui doit comprendre sans être expert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Structure : 1 page par chapitre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Chapitres 4 (Contexte) / 6 (Planification) / 8 (Opérations) / 9 (Évaluation) / 10 (Amélioration)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Langage terrain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Traduire chaque exigence en actions concrètes pour un centre d'appels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Livrable rare et très demandé — peu de formateurs font cette passerelle ISO × terrain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Guide ISO 9001 'Version Terrain' pour Managers Centres d'Appels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5 fiches d'une page chacune — document unique qui démontre votre double expertise ISO + centres d'appels.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Bilan Semaine 1 — Portfolio et Évaluation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Organisez vos 5 livrables, complétez votre tableau de progression et préparez la Semaine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