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57  —  MERCREDI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Atelier 'Manager IA-Ready' — Conception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Programme 7h · Managers CA · Outils IA managériaux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J57/78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Former les Managers à l'IA — Enjeux Spécifiques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Concevoir le Programme et les Activités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Atelier Manager IA-Ready — Supports Complets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Atelier 'Manager IA-Ready' — Kit Complet 7h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Former les Managers à l'IA — Enjeux Spécifiques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Public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Moins de résistance à la nouveauté / plus d'enjeux de légitimité / attentes ROI fortes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Ce qu'ils veulent savoir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l'IA améliore mes KPIs / comment motiver l'équipe avec l'IA / risques à gérer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axes de la journée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Piloter la qualité avec l'IA / Coacher avec l'IA / Communiquer avec l'IA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Format adapté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Plus court en théorie / plus long en mise en situation / peer learning entre managers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Livrables de la journée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manager repart avec 1 outil IA opérationnel pour son équipe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manager convaincu est votre meilleur prescripteur — soignez son expérience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Les managers ont peur d'être dépassés par leurs équipes sur l'IA — votre rôle est de les rassurer et outiller.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Concevoir le Programme et les Activités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Programme 7h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9h-17h : accueil / 3 modules de 1h30 / ateliers / déjeuner / projet après-midi / clôture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3 ateliers managers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Tableau de bord IA / Feedback IA / Email de communication — chacun produit un outil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Slides journée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Gamma : 30 slides — ton professionnel / exemples ROI / outils concrets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Kit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Livret + 3 outils IA à ramener + plan d'engagement 30 jours post-atelier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Atelier Manager IA-Ready — Supports Complets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Programme 7h détaillé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Minute par minute avec animations et transitions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fiches ateliers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Objectif / matériel / consigne / débriefing pour chaque atelier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Kit participant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Livret + outils IA + plan 30 jours + ressources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Tarif : 800-1500€ la journée en intra / 400-600€ par manager en inter — marché important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57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Atelier 'Manager IA-Ready' — Kit Complet 7h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Programme + supports + 3 ateliers + kit participant — atelier intra-entreprise prêt à délivrer.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57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57/78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Atelier 'Manager IA-Ready' — Finalisation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Finalisez l'évaluation, le guide formateur et la fiche commerciale de l'atelier.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57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