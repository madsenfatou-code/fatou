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59  —  VENDREDI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Site Web Freelance — Textes Complets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Accueil · Offres · À propos · SEO · Contact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Sem.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J59/78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 Site Web Freelance — Votre Vitrine Permanente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Rédiger les Textes du Site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Textes Complets Site Web — 10 Pages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Textes Complets Site Web — 10 Pages Prêtes à Publier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59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59/78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 Site Web Freelance — Votre Vitrine Permanente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Pourquoi un 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Crédibilité immédiate / disponible 24h/7j / base pour le SEO / portfolio visible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Pages essentielles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Accueil / Offres (4 pages) / À propos / Portfolio / Blog / Contact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Textes SEO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Mots-clés : 'formatrice freelance IA' / 'audit qualité centres d'appels' / 'formation ISO IA'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Options no-code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Notion Sites (simple) / Carrd (rapide) / Webflow (puissant) / WordPress (complet)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Ce que l'IA fait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rédige tous les textes — vous validez, personnalisez, corrigez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site bien référencé génère des leads entrants sans effort — investissement une fois, revenus longtemps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L'IA rédige en 2 heures ce qui vous prendrait 2 semaines — concentrez-vous sur la vérité et la précision.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59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59/78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Rédiger les Textes du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Page Accueil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Accroche PVU / problème client / votre solution / 3 preuves / CTA — 300 mots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Pages Offres ×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offre : titre / problème / solution / livrables / témoignage / prix / CTA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Page À Propos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Votre histoire / expertise / certifications / approche / valeurs — authentique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Page Blog ×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articles de 500 mots sur vos thèmes d'expertise — SEO ciblé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59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59/78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Textes Complets Site Web — 10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10 pages rédigées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Accueil / 4 offres / à propos / portfolio / blog ×3 / contact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Méta-descriptions SEO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page : titre SEO + description 155 caractères + mots-clés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Appels à l'action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CTA cohérents sur toutes les pages — formulaire / email / LinkedIn / téléphone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Publiez sur Notion Sites ou Carrd ce weekend — version 1 vaut mieux que perfection en attente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59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59/78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59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Textes Complets Site Web — 10 Pages Prêtes à Publier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Tous les textes rédigés avec SEO intégré — publiables immédiatement sur n'importe quelle plateforme.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59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59/78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Dossier Commercial Complet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Assemblez votre dossier commercial : présentation + 4 offres + catalogue + tarifs + références fictives.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59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