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La Formule Magique des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Méthode RCTF — Rôle · Contexte · Tâche · 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Méthode RCTF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Écrire 10 Prompts Métier avec RCTF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Affiner et Comparer 3 Itérations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Bibliothèque de 10 Prompts RCTF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Méthode RCTF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 — 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Définissez qui est l'IA : 'Tu es expert qualité en centres d'appels...'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 — CONTEXTE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Décrivez la situation : 'Dans le cadre d'un audit ISO 9001...'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 — TÂCHE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Soyez précis sur ce que vous voulez : 'Crée une grille d'évaluation...'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 —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Imposez la structure : 'Format : tableau 5 colonnes, total 100 pts'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215383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Plus vous êtes précise, meilleure est la réponse — l'IA n'est pas devin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bon prompt = une bonne commande passée à un stagiaire brillant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méthode RCTF réduit de 80% les réponses inutilisables. C'est votre outil #1.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 / 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Écrire 10 Prompts Métier avec RCTF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Prompt 1 : Grille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Appliquez RCTF pour générer une grille d'évaluation appels entrants — testez dans Claude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Prompts 2-4 :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 de formation / Objectif SMART / Module micro-learning — un prompt par livrable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Prompts 5-7 : Qualité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Rapport d'audit / Non-conformité 8D / Plan d'action ISO — appliquez RCTF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Prompts 8-10 :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Email de motivation / Compte-rendu réunion / Fiche recrutement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Affiner et Comparer 3 Itérations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Choisir votre meilleur prompt de l'exercice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la même chose 3 fois avec des RCTF de plus en plus précis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Comparer les 3 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Notez ce qui change : précision, pertinence, longueur, 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Identifier le pattern gagnant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Quel niveau de détail donne systématiquement le meilleur résultat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Sauvegarder vos 10 prompts dans votre Bibliothèque Notion avec note 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Bibliothèque de 10 Prompts RCTF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10 prompts métier organisés par thème dans Notion — votre premier capital de productivité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Limites et Esprit Critique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Vous allez apprendre à détecter les erreurs de l'IA grâce à votre expertise — et à créer votre Charte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