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TAMOU NEURAL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1691640"/>
            <a:ext cx="484632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5A623"/>
                </a:solidFill>
              </a:rPr>
              <a:t>JOUR 14  —  MARDI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</a:rPr>
              <a:t>Outils IA de Qualité Appels — Panorama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1868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CCD3E8"/>
                </a:solidFill>
              </a:rPr>
              <a:t>Modjo · Gong · Refract · Guide de recommandation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4884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Phase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461772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IA × Centres d'Appels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8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Sem. 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812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J14/78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PLANNING DU JOUR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78992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7043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🌅 MATIN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1907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09h00–09h45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426464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Marché des Outils QA IA pour Centres d'Appels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377439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377439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0175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09h45–11h00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724911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Benchmark Comparatif — 5 Outils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675887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675887"/>
            <a:ext cx="109728" cy="118872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767327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🌇 APRÈS-MIDI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31596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14h00–16h00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023359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Guide de Recommandation Outils QA IA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974336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4974336"/>
            <a:ext cx="109728" cy="118872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065775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📋 LIVRABLE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61441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16h00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LIVRABLE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5321807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Guide Comparatif Outils QA IA — Recommandation Client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14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14/78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THÉORIE — Marché des Outils QA IA pour Centres d'Appels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  45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Modjo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Outil FR / analyse appels / coaching IA / intégration CRM — cible : équipes commerciales et CA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Gong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Leader mondial / Revenue Intelligence / idéal grands comptes internationaux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Refract / Jiminny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Coaching IA vidéo + audio / feedback automatisé / learning paths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438144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Scorebuddy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7" y="3721608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Spécialiste QA CA / grilles configurables / reporting avancé / conformité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050791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4050791"/>
            <a:ext cx="91440" cy="603503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7" y="4096511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EvaluAgent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7" y="4379976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QA automation / scoring IA / intégration omnicanale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709159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4709159"/>
            <a:ext cx="91440" cy="603503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7" y="4873751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Critères de recommandation : taille équipe / budget / intégrations existantes / langue / conformité RGPD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5458968"/>
            <a:ext cx="11521440" cy="56692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550407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💡  Votre valeur = vous ne vendez pas un outil, vous recommandez le bon outil pour le bon contexte.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14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14/78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EXERCICE — Benchmark Comparatif — 5 Outils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  75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109728" cy="13898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Recherche Perplexity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Pour chaque outil : fonctionnalités / prix / avis clients / cas d'usage France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493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49340" y="1417320"/>
            <a:ext cx="109728" cy="1389888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3931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62572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Grille comparative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3931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Critères : prix / fonctionnalités QA / IA niveau / RGPD / intégrations / langue FR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2926080"/>
            <a:ext cx="109728" cy="1389888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1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Scénarios clients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Quel outil pour : 30 agents PME / 200 agents ETI / télétravail / conformité bancaire 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93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9340" y="2926080"/>
            <a:ext cx="109728" cy="138988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13931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62572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C60"/>
                </a:solidFill>
              </a:rPr>
              <a:t>Rédiger les recommandations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3931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Pour chaque scénario : outil recommandé + justification + alternatives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14 / 78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14/78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PRODUCTION — Guide de Recommandation Outils QA IA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  2h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Structure du 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Introduction / Tableau comparatif / 4 scénarios clients / Méthodologie de choix / Conclusion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Ton consultant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Neutre, factuel, basé sur des critères objectifs — pas de préférence a priori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Mise en page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Canva : tableau coloré + icônes + score visuel par critère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557016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Ce guide positionne comme experte en conseil IA — très rare sur le marché FR centres d'appels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14 / 78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14/78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✅  LIVRABLE DU JOUR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11521440" cy="13716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Guide Comparatif Outils QA IA — Recommandation Client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276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Document conseil 8-10 pages — différenciateur fort dans votre offre d'audit qualité.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87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C60"/>
                </a:solidFill>
              </a:rPr>
              <a:t>📌  Sauvegardez dans Notion → Portfolio → Phase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017520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09067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Livrable sauvegardé dans Notion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675887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749039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Journal de bord rempli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334256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40740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Meilleur prompt archivé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992624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5065776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Niveau de confiance noté /10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14 / 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14/78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DEMAIN — JOUR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74519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A623"/>
                </a:solidFill>
              </a:rPr>
              <a:t>Scripts Intelligents et Arbres de Décision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2633472"/>
            <a:ext cx="576072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CCD3E8"/>
                </a:solidFill>
              </a:rPr>
              <a:t>Créez un script d'appel entrant réclamation avec 3 niveaux d'escalade et gestion émotionnelle IA.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4114800"/>
            <a:ext cx="11521440" cy="12801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206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📋  RAPPELS AVANT DE FERMER 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1772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→  Journal de bord Notion rempli   →   Livrable sauvegardé   →   Niveau confiance /10 noté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3E8"/>
                </a:solidFill>
              </a:rPr>
              <a:t>TAMOU NEURAL PATH  |  Jour 14 sur 78  |  Phase 2 — IA × Centres d'Appels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