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27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Recrutement IA-assisté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Fiche poste · Grille entretien · Onboarding 30 jours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J27/78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IA et Recrutement — Opportunités et Vigilance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les 3 Documents Recrutement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Recrutement Complet 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Recrutement CA Complet — 4 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IA et Recrutement — Opportunités et Vigilance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Gain de temps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Fiche de poste / annonce / grille entretien / scoring → 4h de travail en 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Biais algorithmiques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peut reproduire des biais de genre, d'âge, de diplôme — validation humaine obligatoire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RGPD recrutement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Données candidats : minimisation / durée conservation / droit à l'information / pas de scoring opaque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Scoring structuré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Grille pondérée = décisions objectives / traçables / défendables légalement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Onboarding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Parcours d'intégration personnalisé / ressources adaptées / suivi automatique des étapes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Les entreprises avec process recrutement structuré retiennent 50% mieux leurs nouvelles recrues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connaissez les critères de réussite d'un agent CA — utilisez l'IA pour les formaliser et les systématiser.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les 3 Documents Recrutement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Fiche de poste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Conseiller clientèle CA entrant : missions / compétences / profil / conditions — version IA affinée par vous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Grille entretien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questions structurées avec critères d'évaluation / 5 niveaux de scoring / pondération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Plan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30 jours : semaine 1 (découverte) / semaine 2-3 (montée en puissance) / semaine 4 (autonomie)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Checklist RGPD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Vérification conformité : information candidat / conservation données / critères objectifs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Kit Recrutement Complet 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4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Fiche de poste + annonce multi-canal + grille entretien scoring + plan onboarding 30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Checklist RGPD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Document de conformité inclus — rassure les clients DRH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Mise en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design professionnel cohérent avec votre charte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kit est une offre standalone vendable 500-1500€ aux RH de centres d'appels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Kit Recrutement CA Complet — 4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Fiche poste + annonce + grille entretien + onboarding + checklist RGPD — offre RH packagée.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Fédérer et Motiver avec l'IA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outil de diagnostic motivation d'équipe avec scoring automatique et plan d'action managérial.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27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