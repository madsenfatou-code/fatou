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035040"/>
            <a:ext cx="12188952" cy="8229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TAMOU NEURAL PATH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0" y="1691640"/>
            <a:ext cx="48463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100584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A623"/>
                </a:solidFill>
              </a:rPr>
              <a:t>JOUR 38  —  MARDI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Typeform — Évaluations Intelligentes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18688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CCD3E8"/>
                </a:solidFill>
              </a:rPr>
              <a:t>Logique conditionnelle · Scoring auto · 3 outils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01168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4884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Phase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461772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Qualité &amp; ISO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4632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8348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Sem. 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0" y="4206240"/>
            <a:ext cx="2286000" cy="77724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18120" y="42793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</a:rPr>
              <a:t>J38/78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53796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PLANNING DU JOUR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078992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078992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70432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🌅 MATIN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1907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09h00–09h45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0" y="1444752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426464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Typeform — Formulaires Intelligents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377439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377439"/>
            <a:ext cx="109728" cy="1188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09h45–11h00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2743199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724911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Créer les 3 Formulaires Typeform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675887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20040" y="3675887"/>
            <a:ext cx="109728" cy="1188720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3767327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🌇 APRÈS-MIDI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315968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14h00–16h00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0" y="4041648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4023359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Système d'Évaluation Formation Automatisé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974336"/>
            <a:ext cx="11521440" cy="118872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4974336"/>
            <a:ext cx="109728" cy="118872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065775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📋 LIVRABLE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61441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D3E8"/>
                </a:solidFill>
              </a:rPr>
              <a:t>16h00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0" y="5340096"/>
            <a:ext cx="1554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LIVRABLE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5321807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Système Évaluation Formation Automatisé — 3 Niveaux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38/78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THÉORIE — Typeform — Formulaires Intelligents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THÉORIE  45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Logique conditionnelle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Les questions s'adaptent aux réponses précédentes — expérience personnalisée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Scoring automatique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réponse vaut des points → score calculé automatiquement → action déclenchée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3 évaluations essentielles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À chaud (fin formation) / à froid J+30 (ancrage) / satisfaction formateur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438144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Intégration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3721608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Typeform + Make + Claude = évaluation intelligente + feedback IA automatique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050791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050791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7" y="4096511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Analytics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7" y="4379976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Tableau de bord Typeform : taux de réponse / scores moyens / évolutions / verbatims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709159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709159"/>
            <a:ext cx="91440" cy="603503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21207" y="4873751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Une évaluation à froid J+30 est la preuve la plus solide de l'efficacité de votre formation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5458968"/>
            <a:ext cx="11521440" cy="56692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5550407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A623"/>
                </a:solidFill>
              </a:rPr>
              <a:t>💡  3 évaluations automatisées = mesure continue de l'impact de vos formations sans travail manuel.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38 / 78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38/78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EXERCICE — Créer les 3 Formulaires Typeform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EXERCICE  75 min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109728" cy="138988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</a:rPr>
              <a:t>Éval à chaud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Kirkpatrick niveau 1 : satisfaction / pertinence / qualité animateur — 8 questions + NPS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49340" y="141732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49340" y="1417320"/>
            <a:ext cx="109728" cy="1389888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3931" y="152704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62572" y="154533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DC65E"/>
                </a:solidFill>
              </a:rPr>
              <a:t>Éval à froid J+30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3931" y="198424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Kirkpatrick niveau 2-3 : mémorisation / application terrain / impact mesurable — 10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926080"/>
            <a:ext cx="109728" cy="1389888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4632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7B25"/>
                </a:solidFill>
              </a:rPr>
              <a:t>Éval satisfaction formateur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Auto-évaluation : objectifs atteints / ajustements / points forts / axes amélioration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49340" y="2926080"/>
            <a:ext cx="5692140" cy="1389888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49340" y="2926080"/>
            <a:ext cx="109728" cy="1389888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13931" y="303580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1A1A2E"/>
                </a:solidFill>
              </a:rPr>
              <a:t>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62572" y="3054096"/>
            <a:ext cx="482345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Connecter à Make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13931" y="3493008"/>
            <a:ext cx="541782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formulaire → Make → email résultats automatique + enregistrement Notion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38 / 78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38/78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PRODUCTION — Système d'Évaluation Formation Automatisé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98755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PRODUCTION  2h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7" y="1463040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formulaires Typeform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" y="1746504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Actifs, testés, liens générés — prêts à envoyer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075688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7" y="2121408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3 workflows Make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7" y="2404872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Chaque formulaire déclenche automatiquement l'analyse et l'envoi des résultats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734056"/>
            <a:ext cx="11521440" cy="603503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734056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7" y="2779776"/>
            <a:ext cx="112471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7B25"/>
                </a:solidFill>
              </a:rPr>
              <a:t>Dashboard résultats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" y="3063240"/>
            <a:ext cx="112471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</a:rPr>
              <a:t>Vue consolidée dans Notion : toutes les évaluations / scores / tendances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392424"/>
            <a:ext cx="11521440" cy="60350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392424"/>
            <a:ext cx="91440" cy="603503"/>
          </a:xfrm>
          <a:prstGeom prst="rect">
            <a:avLst/>
          </a:prstGeom>
          <a:solidFill>
            <a:srgbClr val="FF7B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21207" y="3557016"/>
            <a:ext cx="1124711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</a:rPr>
              <a:t>•  Ce système prouve à vos clients que vos formations ont un impact mesurable — argument commercial fort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38 / 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38/78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37160"/>
            <a:ext cx="114300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✅  LIVRABLE DU JOUR 38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005840"/>
            <a:ext cx="11521440" cy="1371600"/>
          </a:xfrm>
          <a:prstGeom prst="rect">
            <a:avLst/>
          </a:prstGeom>
          <a:solidFill>
            <a:srgbClr val="2DC6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Système Évaluation Formation Automatisé — 3 Niveaux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627632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FFFFFF"/>
                </a:solidFill>
              </a:rPr>
              <a:t>3 formulaires Typeform + 3 workflows Make + dashboard Notion — mesure d'impact automatisée.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87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F3C60"/>
                </a:solidFill>
              </a:rPr>
              <a:t>📌  Sauvegardez dans Notion → Portfolio → Phase 3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3017520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90672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Livrable sauvegardé dans Notion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3675887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49039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Journal de bord rempli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4334256"/>
            <a:ext cx="11521440" cy="603504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4407408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Meilleur prompt archivé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992624"/>
            <a:ext cx="11521440" cy="6035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065776"/>
            <a:ext cx="10972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</a:rPr>
              <a:t>⬜  Niveau de confiance noté /10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4320" y="651052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D3E8"/>
                </a:solidFill>
              </a:rPr>
              <a:t>TAMOU NEURAL PATH  |  Jour 38 / 78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052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D3E8"/>
                </a:solidFill>
              </a:rPr>
              <a:t>38/78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</a:rPr>
              <a:t>DEMAIN — JOUR 39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74519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5A623"/>
                </a:solidFill>
              </a:rPr>
              <a:t>Airtable — Votre CRM Formation Freelance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633472"/>
            <a:ext cx="576072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D3E8"/>
                </a:solidFill>
              </a:rPr>
              <a:t>Construisez votre cockpit de gestion d'activité freelance : clients, missions, modules, facturation.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4114800"/>
            <a:ext cx="11521440" cy="1280160"/>
          </a:xfrm>
          <a:prstGeom prst="rect">
            <a:avLst/>
          </a:prstGeom>
          <a:solidFill>
            <a:srgbClr val="0F3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206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</a:rPr>
              <a:t>📋  RAPPELS AVANT DE FERMER 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617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→  Journal de bord Notion rempli   →   Livrable sauvegardé   →   Niveau confiance /10 noté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1052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D3E8"/>
                </a:solidFill>
              </a:rPr>
              <a:t>TAMOU NEURAL PATH  |  Jour 38 sur 78  |  Phase 3 — Qualité &amp; ISO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