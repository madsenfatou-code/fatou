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37  —  LUNDI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Make — Automatisation No-Code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Workflows · Triggers · Premier scénario opérationnel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Qualité &amp; ISO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Sem.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J37/78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Make — La Logique des Workflows Automatisés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Créer votre Premier Scénario Make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Workflow Évaluation Formation Automatisée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Workflow Évaluation Formation Automatisée — Opérationnel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37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37/78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Make — La Logique des Workflows Automatisés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Principe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Connecter des applications entre elles sans coder — si X se passe → faire Y automatiquement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Vocabulaire clé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Scénario (workflow) / Module (application) / Trigger (déclencheur) / Action (ce qui se passe)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Make vs Zapier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Make : plus puissant et flexible / Zapier : plus simple / Make recommandé pour usage avancé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Cas d'usage formation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Formulaire rempli → analyse Claude → email feedback → enregistrement Airtable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Cas d'usage qualité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Données KPI → analyse seuils → email alerte manager → création tâche suivi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1 workflow bien conçu = 2-5 heures de travail manuel économisées chaque semaine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L'automatisation no-code est votre levier de scalabilité — servir plus de clients sans travailler plus.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37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37/78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Créer votre Premier Scénario Make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Créer le compte Make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make.com → inscription → interface découverte — 30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Scénario 1 simple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Google Forms → Gmail : quand formulaire soumis → envoyer email de confirmation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Scénario 2 avec 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Typeform → Claude API → Gmail : évaluation → analyse → feedback personnalisé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Tester et déboguer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Exécutez chaque scénario avec des données test — corrigez les erreurs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37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37/78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Workflow Évaluation Formation Automatisée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Flux complet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Apprenant remplit Typeform → Make analyse → Claude génère feedback → email envoyé automatiquement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Documentation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Schéma du workflow + guide de configuration pour le reproduire chez un client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Test complet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3 soumissions test avec profils différents — vérifiez la cohérence des feedbacks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 workflow seul justifie votre tarif journalier — montrez-le en démo à vos prospects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37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37/78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37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Workflow Évaluation Formation Automatisée — Opérationnel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Scénario Make fonctionnel + documentation + guide de déploiement chez un client.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37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37/78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Typeform et Évaluations Intelligentes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Créez 3 outils d'évaluation automatisés : à chaud, à froid J+30, satisfaction formateur.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37 sur 78  |  Phase 3 — Qualité &amp; ISO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