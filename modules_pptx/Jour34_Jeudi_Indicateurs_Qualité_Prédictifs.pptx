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34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Indicateurs Qualité Prédictifs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Signaux faibles · Alertes précoces · IA prédictive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J34/78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L'IA Prédictive pour la Qualité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Identifier et Modéliser les Signaux Faibles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Système d'Alertes Qualité Précoces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Système d'Alertes Qualité Précoces — 15 Signaux +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L'IA Prédictive pour la Qualité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Différence curatif/prédictif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Curatif : traiter le problème après / Prédictif : détecter le signal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Signaux faibles 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Légère hausse DMT / micro-augmentation escalades / baisse imperceptible satisfaction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Corrélations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détecte des liens non évidents : absentéisme ↔ qualité / météo ↔ agressivité clients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Seuils d'alerte intelligents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Pas un seuil fixe — un seuil adaptatif selon la saisonnalité et le contexte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Tableau de bord prédictif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Tendances / projections / alertes précoces / recommandations contextuelles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Passer du curatif au prédictif = passer de manager de crise à architecte de la performance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expérience vous permet de définir les bons signaux faibles — l'IA les surveille en permanence.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Identifier et Modéliser les Signaux Faibles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Brainstorm signaux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Listez avec Claude les 15 signaux faibles les plus pertinents pour un CA entrant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Corrélations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signal : quelle dérive prédit-il ? dans quel délai ? quelle action préventive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Seuils adaptatifs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Définissez les seuils d'alerte avec contexte (lundi matin / veille vacances / etc.)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Maquette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tableau de bord prédictif avec jauges tendances et zones d'alerte couleur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Système d'Alertes Qualité Précoces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Catalogue 15 signaux faibles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signal : définition / méthode de mesure / seuil alerte / action recommandée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Dashboard prédictif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Maquette visuelle Canva — opérationnel à adapter dans n'importe quel outil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Prompt d'analyse hebdomadaire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lundi : collez vos données → Claude génère l'analyse prédictive de la semaine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système transforme votre offre de conseil : vous ne traitez plus les problèmes, vous les évitez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Système d'Alertes Qualité Précoces — 15 Signaux +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Catalogue signaux + dashboard prédictif + prompt analyse — offre conseil à très forte valeur ajoutée.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PDCA × IA — Plan d'Amélioration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Plan d'Amélioration Continue complet pour un CA fictif — 90 jours, 5 chantiers, 25 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34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