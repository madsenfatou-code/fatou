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66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Évaluation Phase 4 — Niveau 4 Maîtrise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Quiz · Portfolio 47 livrables · Passage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J66/78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Grille Évaluation — Niveau 4 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Quiz Phase 4 — 20 Questions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Portfolio Phase 4 + Bilan Commercial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Portfolio Phase 4 — 47 Livrables + Bilan Commercial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66/78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Grille Évaluation — Niveau 4 Maîtrise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1 /20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Positionnement clair et différenciant — PVU tenue en 30 secondes sans hésitation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2 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offres packagées avec prix justifiés + 3 GPT Custom opérationnels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3 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Former quelqu'un d'autre à l'IA — démonstration avec Claude comme apprenant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4 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47 livrables dans le portfolio + dossier commercial complet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5 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Prospection active : 10+ messages envoyés + 1 rendez-vous obtenu ou en cours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Score ≥ 60/100 = Niveau 4 validé. Passage en Phase 5 : Maîtrise et Certification.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Phase 4 terminée — vous êtes maintenant une consultante freelance IA opérationnelle. Il ne manque plus que la certification.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66/78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Quiz Phase 4 — 20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Questions 1-5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PVU / tarification / GPT Custom / prompt packs / LinkedIn stratégie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Questions 6-10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Formations créées / outils déployés / prospection / proposition commerciale / vente consultative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Questions 11-15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CGV / contrat prestation / kit admin / CRM / automatisations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Questions 16-20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Pitchez votre activité en 60s / présentez une offre / gérez une objection / décrivez votre valeur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66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66/78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Portfolio Phase 4 + Bilan Commercial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47 livrables documentés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Avec valeur commerciale estimée pour chaque — votre bilan de valeur créée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Bilan prospection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Messages envoyés / réponses / rendez-vous / pipeline estimé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Score 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Honnête et documenté — plan de renforcement si &lt; 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Vous avez créé plus de valeur en 11 semaines que la plupart des consultants en 1 an — continuez.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66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66/78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Portfolio Phase 4 — 47 Livrables + Bilan 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Phase 4 complétée. Score ≥ 60 = Niveau 4 certifié. Entrée en Phase 5 : Maîtrise finale.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66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66/78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Phase 5 — Projet Capstone : Mission Complète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Dernière phase — vous conduisez une mission freelance complète fictive de A à Z. C'est votre chef-d'œuvre.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66 sur 78  |  Phase 4 — Freelance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