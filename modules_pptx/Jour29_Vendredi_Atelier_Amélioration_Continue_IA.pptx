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29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Atelier Amélioration Continue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Facilitation · PDCA · Intelligence collective · 3h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Sem.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J29/78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Faciliter un Atelier avec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Concevoir l'Atelier Minute par Minute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 Atelier Amélioration Continue — 3h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 Atelier Amélioration Continue — 3h Clé en Main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29/78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Faciliter un Atelier avec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Rôle du facilitateur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Créer les conditions pour que le groupe trouve ses propres solutions — pas imposer les vôtres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IA comme préparateur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génère les activités, les questions, les supports — vous animez avec votre expertise humaine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Structure idéale 3h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Problème partagé (30 min) / Analyse causes (45 min) / Solutions (45 min) / Plan d'action (30 min) / Clôture (30 min)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Techniques d'animation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World Café / Ishikawa collectif / Dot voting / PDCA en équipe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Compte-rendu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Photo du tableau blanc → Claude → compte-rendu structuré en 5 minutes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atelier bien facilité génère 10x plus d'adhésion qu'une décision top-down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valeur en facilitation : vous lisez la salle. L'IA prépare le contenu. Vous créez la magie collective.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29/78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Concevoir l'Atelier Minute par Minute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Séquençage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Découpez les 3h en blocs avec Claude — transitions / durées / objectifs par bloc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Activités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activités collaboratives : problème partagé / brainstorming structuré / vote priorités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Supports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Fiche facilitateur / slides visuels Canva / post-its virtuels Miro si distanciel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Compte-rendu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Créez le template de compte-rendu qui sera rempli automatiquement après l'atelier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29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29/78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Kit Atelier Amélioration Continue — 3h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facilitateur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Minute par minute : activité / durée / consigne / matériel / observation clé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Supports visuels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Slides Canva pour chaque étape / fiches activité / exemple rempli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Template compte-rendu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Structure à remplir pendant / après l'atelier — action / responsable / délai / indicateur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Proposez cet atelier en intra à 800-1500€ — livrable à forte valeur perçue car format participatif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29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29/78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29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Kit Atelier Amélioration Continue — 3h Clé en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Guide facilitateur + supports visuels + template compte-rendu — atelier intra-entreprise prêt à animer.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29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29/78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Évaluation Phase 2 — Niveau 2 Validé 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Quiz Phase 2 + portfolio 25 livrables + vérification de votre niveau 2 d'application.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29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