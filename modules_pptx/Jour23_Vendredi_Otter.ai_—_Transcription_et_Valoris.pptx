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23  —  VENDREDI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Otter.ai — Transcription et Valorisation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Voix → Texte → Livrables en 30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J23/78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Otter.ai — Votre Secrétaire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Enregistrer et Transcrire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Workflow — Réunion/Formation → 5 Livrables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Workflow 'Réunion → 5 Livrables en 45 min'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23/78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Otter.ai — Votre Secrétaire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Transcription automatique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Enregistrez n'importe quelle session → texte formaté en quelques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Cas d'usage 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Transcription de vos propres formations → base de contenu réutilisable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Cas d'usage qualité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Transcription de réunions de débriefing → compte-rendu automatique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Workflow valorisation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Transcription → Claude → Résumé / FAQ / Slides / Article / Post LinkedIn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RGPD attention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Informez toujours les participants avant d'enregistrer — obligation légale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754879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Alternative : Whisper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" y="503834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Outil open-source de transcription — option hors cloud pour données sensibles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367528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36752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" y="5532120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Une heure de formation enregistrée = 5 livrables différents produits en 45 minutes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117336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08775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Chaque formation que vous animez est une mine de contenu — ne laissez plus passer une seule session sans la valoriser.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23 / 78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23/78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Enregistrer et Transcrire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Enregistrement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Enregistrez 15 minutes sur votre expertise (monologue sur les techniques de vente CA)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Transcription Otter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Uploadez l'audio dans Otter.ai / transcrivez / vérifiez la qualité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Workflow Claude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Copiez la transcription dans Claude — demandez : résumé / 5 points clés / FAQ / titres slides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Vérifier les livrables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livrable issu de la transcription est-il publiable immédiatement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23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23/78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Workflow — Réunion/Formation → 5 Livrables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Livrable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Résumé exécutif 1 page — pour envoyer après une réunion 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Livrable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FAQ 10 questions-réponses — à publier sur votre site ou Notion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Livrable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Slides Gamma 10 slides — présentation de la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Documentez ce workflow — vendez-le comme service de valorisation de contenus existants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23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23/78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Workflow 'Réunion → 5 Livrables en 45 min'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Process documenté + exemple concret — service vendable aux entreprises qui veulent valoriser leurs réunions.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23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23/78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Bilan Semaine 4 — Catalogue Formations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Assemblez un catalogue de vos formations commercialisables et calculez votre CA potentiel mensuel.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23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