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49  —  LUNDI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Votre Proposition de Valeur Unique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PVU · Positionnement · Niche · Message percutant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Freelance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Sem. 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J49/78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Construire une PVU Irrésistible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Définir et Tester votre PVU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PVU Finalisée et Déclinée sur 5 Supports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PVU Finalisée + 5 Déclinaisons Support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49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49/78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Construire une PVU Irrésistible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PVU = Proposition de Valeur Unique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La phrase qui explique en 10 secondes pourquoi vous et pas un autre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Structure PVU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Je aide [qui] à [résoudre quoi] grâce à [comment] pour [résultat mesurable]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Votre niche rare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Formation + Qualité + Centres d'Appels + ISO 9001 + IA = quasi monopole en France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Test PVU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La tester sur 3 personnes de votre cible — leur réaction en 5 secondes dit tout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Déclinaisons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LinkedIn titre / email signature / présentation orale / page site / devis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Une PVU claire attire les bons clients et repousse les mauvais — économisez votre énergie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Votre niche est si précise que la concurrence est quasi inexistante — c'est votre force principale.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49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49/78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Définir et Tester votre PVU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Brainstorm PVU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Demandez à Claude 5 versions de PVU basées sur votre profil — choisissez la plus percutante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✍️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Affiner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Prenez la meilleure — testez-la avec Claude jouant 3 types de clients différents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Décliner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5 versions adaptées à chaque support : LinkedIn / email / oral / site / devis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Finaliser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La PVU validée devient votre signature sur tous vos supports — mise en cohérence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49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49/78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PVU Finalisée et Déclinée sur 5 Supports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PVU principale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 phrase / maximum 20 mots / claire / différenciante / mémorable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5 déclinaisons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LinkedIn / email / oral 30s / site web / devis — chacune adaptée au contexte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Message de positionnement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 paragraphe de 5 lignes développant la PVU — pour page About site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Votre PVU est maintenant le fil directeur de tout votre marketing — appliquez-la partout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49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49/78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49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PVU Finalisée + 5 Déclinaisons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Proposition de valeur unique validée et adaptée à chaque canal de communication.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49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49/78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Grille Tarifaire et Packages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Définissez votre TJM, construisez 4 offres packagées avec prix et créez votre politique tarifaire.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49 sur 78  |  Phase 4 — Freelance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