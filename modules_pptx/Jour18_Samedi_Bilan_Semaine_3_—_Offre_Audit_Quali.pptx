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18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Bilan Semaine 3 — Offre Audit Qualité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Packager · Chiffrer · Présenter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J18/78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Construire une Offre Commerciale Packagée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Assembler l'Offre Audit Qualité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Fiche Offre 1 — Audit Qualité 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Offre 1 Packagée — Audit Qualité IA Centres d'Appels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18/78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Construire une Offre Commerciale Packagée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Principe du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Regrouper plusieurs livrables en une offre cohérente avec un prix global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Vos livrables de la semaine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Protocole analyse IA / Guide outils QA / Script réclamation / Dashboard KPI / Kit QA multicanal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Valeur perçue vs valeur réelle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 client achète un résultat (centre d'appels amélioré), pas des documents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Tarification par valeur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Prix basé sur l'économie générée pour le client, pas sur votre temps passé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Structure d'une offre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Problème client → Votre solution → Livrables → Preuves → Prix → Appel à l'action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Une offre bien packagée se vend 3x plus facilement qu'une liste de prestations à l'heure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Vous avez produit cette semaine les composants de votre Offre 1 — il ne reste qu'à les assembler.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18/78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Assembler l'Offre Audit Qualité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Définir les livrables inclus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Sélectionnez les 4-5 livrables les plus impactants de la semaine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Estimer la valeur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Temps économisé pour le client / coût d'une erreur qualité / valeur formation interne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Rédiger la 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rédige la description de l'offre — vous validez et personnalisez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Mise en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Canva : fiche offre 1 page — titre accrocheur / livrables / bénéfices / prix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18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18/78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Fiche Offre 1 — Audit Qualité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Contenu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Problème / Solution / Livrables inclus / Durée mission / Prix / Conditions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Présentation Gamma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15 slides : contexte / approche / livrables / preuves / témoignages / CTA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Email de présentation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Template email pour envoyer cette offre à un prospect responsable qualité 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Votre première offre commerciale packagée est prête — montrez-la à 3 personnes pour feedback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18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18/78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Offre 1 Packagée — Audit Qualité IA Centres d'Appels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Fiche offre 1 page + présentation 15 slides + email prospect — prête à envoyer.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18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18/78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Adaptive Learning — Parcours Personnalisés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Semaine 4 : concevoir des parcours de formation adaptatifs pour 3 profils d'agents différents.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18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