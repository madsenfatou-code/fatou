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55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Formation 'IA pour Formateurs' — Jour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Conception programme · Objectifs · Supports Matinée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J55/78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Ingénierie d'une Formation sur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Concevoir le Programme J1 et les Supports Matin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Supports Formation J1 Matin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Formation IA pour Formateurs — Programme J1 + Supports Matin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Ingénierie d'une Formation sur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Public 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Formateurs en activité / sans expérience IA / résistance possible / adultes exigeants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Positionnement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Pas une formation théorique — 80% pratique / livrables réels produits pendant la 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Objectifs J1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Comprendre l'IA générative / maîtriser le prompt engineering / produire 3 livrables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Structure J1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Matin : théorie + premiers outils (3h) / Après-midi : ateliers pratiques guidés (4h)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Méthodes actives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Démonstration live / ateliers en binôme / challenge production / débriefing collectif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formateur qui a produit quelque chose pendant la formation repart avec une conviction concrète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êtes la mieux placée pour former des formateurs à l'IA — vous êtes formatrice ET praticienne IA.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Concevoir le Programme J1 et les Supports Matin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Programme J1 détaillé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Minute par minute : 9h00 à 17h30 — activités / durées / matériel / animation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Slides matin J1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Canva/Gamma : 20 slides — accueil / IA générative / prompts RCTF / outils essentiels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Livret participant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Pages matin J1 : espace notes / prompts à compléter / exercices guidés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Tester le programme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un formateur résistant — testez votre pitch de la matinée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Supports Formation J1 Matin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Programme J1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Planning heure par heure / activités / matériel / transitions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20 slides matin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Design cohérent / exemples terrain / exercices intégrés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Livret participant matin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pages / espace structuré pour chaque activité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Cette formation se vend 800-1200€ par participant en inter-entreprises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Formation IA pour Formateurs — Programme J1 + Supports Matin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Programme détaillé + slides + livret participant — moitié de votre formation commercialisable.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Formation 'IA pour Formateurs' — Jour 1 Après-midi &amp; Jour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Finalisez les ateliers pratiques J1 et concevez le programme complet du Jour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55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