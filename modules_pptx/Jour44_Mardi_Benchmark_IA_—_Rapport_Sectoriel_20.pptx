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44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Benchmark IA — Rapport Sectoriel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Meilleures pratiques · Écarts · Recommandations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Sem.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J44/78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Benchmark Assisté par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Rechercher et Structurer le Benchmark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Rapport Benchmark QF CA France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Rapport Benchmark Qualité Formation CA France 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44/78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 Benchmark Assisté par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Méthode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Identifier les leaders / collecter données / comparer à votre cible / analyser écarts / recommander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Sources fiables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Perplexity / rapports sectoriels / études AFNOR / benchmarks EY-KPMG / articles spécialisés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Analyse d'écart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Situation actuelle vs best practice → gap → priorité de combler le 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Rapport structuré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Contexte / méthodologie / résultats / analyse / recommandations / conclusion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Valeur commerciale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Un benchmark bien documenté justifie à lui seul une prestation de 1000 à 3000€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Rares sont les consultants qui produisent des benchmarks sectoriels documentés — c'est votre différenciateur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Ce rapport positionne comme analyste de marché — au-delà du formateur, vous devenez experte-conseil.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44/78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Rechercher et Structurer le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Recherches Perplexity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 requêtes ciblées : pratiques QA / outils IA / indicateurs performance / tendances RH CA FR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Données comparatives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Collectez : KPIs moyens secteur / taux adoption IA / budgets formation / certifications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Analyse écarts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dimension : où en est le marché / où devraient être vos clients / comment y arriver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Rédiger avec Claude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Structure + données → Claude rédige les sections → vous validez et enrichissez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44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44/78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Rapport Benchmark QF CA France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Rapport 10-15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Contexte / méthodologie / 5 dimensions benchmarkées / recommandations / conclusion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Infographie résumé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Canva : les 5 chiffres clés du benchmark — partageable sur LinkedIn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Version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Même contenu adapté en présentation 15 slides Gamma pour réunion direction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Publiez l'infographie sur LinkedIn — c'est votre meilleur contenu de génération de leads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44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44/78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44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Rapport Benchmark Qualité Formation CA France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Rapport 10-15 pages + infographie + présentation — contenu d'autorité à forte valeur commerciale.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44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44/78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Storytelling Qualité et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Transformez un rapport technique en présentation narrative engageante — data storytelling avec l'IA.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44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