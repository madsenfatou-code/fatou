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45  —  MERCREDI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Storytelling Qualité — Données → Histoire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Data storytelling · Présentation narrative · 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Qualité &amp; 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Sem.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J45/78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Le Data Storytelling avec l'IA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Transformer le Rapport Benchmark en Présentation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Présentation Storytelling Qualité CA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Présentation Storytelling 'Qualité CA 2025' — Conférence/Webinaire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45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45/78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Le Data Storytelling avec l'IA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Problème du rapport classique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Un rapport technique n'est lu que par 20% des destinataires — les décideurs ne lisent pas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Solution : storytelling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Même données + narration + visuels = 5x plus d'impact et de mémorisation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Structure narrative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Situation (contexte) → Complication (problème) → Résolution (votre solution) → Résultats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IA et narration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transforme n'importe quel rapport en histoire cohérente et engageante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Visuels impactants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Un seul chiffre bien mis en forme vaut mieux qu'un tableau de 50 lignes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dirigeant retient 65% d'une histoire bien racontée vs 5% d'un rapport standard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Vous savez analyser — maintenant apprenez à convaincre. Le storytelling est la clé de la vente de vos analyses.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45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45/78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Transformer le Rapport Benchmark en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Identifier les 3 messages clés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Du rapport Jour 44 : quels sont les 3 insights les plus impactants 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✍️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Écrire la narrative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: transforme ce rapport en histoire — problème secteur / solutions / appel à l'action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Gamma — 25 slides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Narrative + visuels + données clés — présentation engageante et mémorable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🎙️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Préparer le discours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slide : que dire en 30 secondes ? Entrainement avec Claude comme public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45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45/78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Présentation Storytelling Qualité CA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Présentation 25 slides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Narrative / données / visuels / call to action — format conférence ou webinaire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Script de présentation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Word pour mot ou bullet points — 20 minutes de présentation chrono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Version condensée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5 slides pour une réunion de 10 minutes chez un client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Cette présentation peut être utilisée en webinaire LinkedIn — générateur de leads puissant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45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45/78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45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Présentation Storytelling 'Qualité CA 2025' — Conférence/Webinaire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25 slides narratives + script + version condensée — contenu de conférence prêt à délivrer.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45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45/78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Système de Veille IA Automatisé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Configurez votre veille IA permanente sur 5 thèmes — newsletter automatique chaque lundi matin.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45 sur 78  |  Phase 3 — Qualité &amp; ISO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