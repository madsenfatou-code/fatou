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54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Lead Magnet — Guide PDF Gratuit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Attirer les clients idéaux · Démontrer l'expertise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J54/78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Lead Magnet — Attirer avant de Vendre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le Guide PDF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Guide PDF + Page de Téléchargement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Lead Magnet PDF + Page de Téléchargement Opérationnelle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54/78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Lead Magnet — Attirer avant de Vendre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Définition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Contenu gratuit à forte valeur qui attire des prospects qualifiés en échange de leur 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Pourquoi ça marche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 client test votre expertise gratuitement → fait confiance → achète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Format idéal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Guide PDF 8-15 pages / checklist / mini-formation / webinaire — lisible en 15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Votre thème idéal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'5 façons dont l'IA améliore la qualité et la formation de votre centre d'appels'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LinkedIn post avec lien / site web / email de prospection / événements sectoriels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bon lead magnet génère 3x plus de conversations commerciales qu'un email de prospection à froid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Le lead magnet transforme votre expertise en aimant — les bons clients viennent à vous.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54/78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le Guide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Structurer le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chapitres : 1 problème CA / 1 solution IA / résultats chiffrés / mise en œuvre / prochaine étape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Rédiger avec 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Chapitre par chapitre avec vos exemples concrets — Claude structure, vous validez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Mise en page Canva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Design professionnel : couverture / chapitres / call to action final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Page de téléchargement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Notion ou Carrd : formulaire email + téléchargement automatique du PDF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54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54/78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Guide PDF + Page de Téléchargement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PDF 10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'5 façons dont l'IA améliore votre centre d'appels' — design Canva professionnel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Page Notion/Carrd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Formulaire email + téléchargement automatique + message de bienvenue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Post LinkedIn d'annonce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Annoncer le guide : problème / teaser des 5 façons / lien de téléchargement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Publiez le post LinkedIn d'annonce aujourd'hui — premiers téléchargements ce weekend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54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54/78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54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Lead Magnet PDF + Page de Téléchargement Opérationnelle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Guide PDF + page web + post LinkedIn — premier outil d'acquisition de prospects automatisé.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54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54/78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Formation 'IA pour Formateurs' — Conception Jour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Semaine 10 : concevez votre formation 2 jours 'IA pour Formateurs' — le programme, les supports, les exercices.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54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