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41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Intégration No-Code — Cockpit Freelance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Connecter tous les outils · Flux bout en bout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J41/78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L'Architecture No-Code Freelance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Mapper et Connecter les Flux Prioritaires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Cockpit Freelance IA Opérationnel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Cockpit Freelance IA — Architecture No-Code Complète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L'Architecture No-Code Freelance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Vision d'ensemble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Typeform → Make → Airtable → Claude → Gmail → Notion — un flux continu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Prospection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contact → Airtable prospect → email automatique → relance si pas de réponse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Signature → onboarding client → livrables → évaluations → facture → suivi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Contenu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Formation → transcription Otter → Claude synthèse → post LinkedIn → newsletter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Comptabilité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Mission terminée → Airtable → facture générée → relance impayé automatique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système bien intégré = 8h/semaine économisées = 1 journée de plus pour votre activité principale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n'avez pas à tout automatiser d'un coup — commencez par les 3 tâches qui vous coûtent le plus de temps.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Mapper et Connecter les Flux Prioritaires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Mapper vos 3 flux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Prospection / livraison formation / facturation — schéma de chaque flux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Connecter le flux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Typeform éval → Make → Airtable mission → email client → Notion livrable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Connecter le flux prospection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Contact LinkedIn → Airtable prospect → séquence email Make → relance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Tester bout en bout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Simulez une vraie mission de A à Z — détectez les points de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Cockpit Freelance IA Opérationnel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Schéma d'architecture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Visio ou draw.io : tous les outils / flux / connexions — vue d'ensemble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2 flux automatisés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Formation complète + Prospection — testés et fonctionnels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d'utilisation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Procédure pour chaque situation : nouvelle mission / relance / clôture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cockpit est un service vendable aux autres formateurs freelance — modèle 'clé en main'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Cockpit Freelance IA — Architecture No-Code Complète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Schéma + 2 flux automatisés + guide utilisation — gestion d'activité freelance optimisée.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Stack Technologique et Contenu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Documentez votre stack IA et transformez-le en contenu LinkedIn à fort engagement.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41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