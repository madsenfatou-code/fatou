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28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Fédérer et Motiver avec l'IA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Diagnostic motivation · Scoring auto · Plan d'action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J28/78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Motivation et IA — Modèles et Outils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le Baromètre Motivation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Outil Baromètre Motivation Équipe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Baromètre Motivation Équipe CA — Outil Complet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Motivation et IA — Modèles et Outils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Modèles de référence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Maslow (besoins) / Herzberg (facteurs) / Self-Determination Theory (autonomie, compétence, appartenance)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Signaux faibles à détecter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Absentéisme / retards / qualité en baisse / interactions réduite / erreurs inhabituelles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IA et diagnostic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15 questions ciblées → scoring automatique → identification des leviers → plan d'action personnalisé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Communication individuelle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Adapter le discours managérial au profil motivationnel de chaque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Limite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détecte des patterns — le manager comprend les causes. Toujours croiser avec le terrain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diagnostic motivation IA prend 10 minutes / agent — vs 1h d'entretien classique pour moins de données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expertise des dynamiques d'équipe CA est la clé — l'IA structure et mesure, vous interprétez et agissez.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le Baromètre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15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Rédigez avec Claude 15 questions sur : charge de travail / relations / sens / autonomie / reconnaissance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Système de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Pondération par dimension / score global / profil motivationnel / zones d'alerte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Recommandations auto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profil : 3 leviers managériaux concrets recommandés automatiquement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Tester l'outil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Remplissez vous-même le baromètre — les résultats sont-ils pertinents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Outil Baromètre Motivation 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Questionnaire Typeform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15 questions avec scoring automatique — lien partageable à l'équipe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Grille d'analyse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Prompt qui analyse les résultats collectifs et génère un plan d'action équipe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de présentation des résultats à l'équipe — transparence et co-construction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Proposez cet outil gratuit en lead magnet — génère des conversations commerciales avec les managers 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Baromètre Motivation Équipe CA — Outil Complet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Questionnaire + scoring + analyse IA + rapport manager — outil diagnostic RH à forte valeur ajoutée.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Atelier Amélioration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Concevez un atelier 3h d'amélioration continue avec toutes les activités, le guide animateur et les supports.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28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