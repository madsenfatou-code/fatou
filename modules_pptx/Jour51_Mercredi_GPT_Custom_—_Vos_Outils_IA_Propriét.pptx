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51  —  MERCREDI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GPT Custom — Vos Outils IA Propriétaires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QualityCoach · Formation Expert · ISO Assistant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Phase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Freelance 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Sem. 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J51/78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Les GPT Custom — Votre Marque 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Configurer les 3 GPT Custom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3 GPT Custom Documentés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3 GPT Custom Opérationnels + Documentation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51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51/78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Les GPT Custom — Votre Marque IA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Qu'est-ce qu'un GPT Custom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Assistant Claude ou ChatGPT configuré avec vos instructions permanentes et vos documents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Différenciateur commercial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Vous ne vendez plus des heures — vous vendez l'accès à des outils IA experts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3 GPT à créer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QualityCoach IA (qualité CA) / Formation Expert (ingénierie pédagogique) / ISO Helper (norme vulgarisée)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Instructions système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La 'fiche de poste' de votre GPT — plus elle est précise, plus l'outil est expert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Documents de 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Chargez vos chartes, grilles, procédures — le GPT les connaît par cœur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Un GPT Custom bien configuré est un produit vendable — accès mensuel 20-50€ par utilisateur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Vos GPT Custom sont votre propriété intellectuelle IA — ils ne peuvent être copiés sans votre expertise.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51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51/78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Configurer les 3 GPT Custom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GPT 1 — QualityCoach 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Instructions : expert CA / ISO 9001 / analyse appels / feedback structuré / plans d'action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GPT 2 — Formation Expert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Instructions : ingénierie pédagogique / modules CA / objectifs SMART / évaluations Kirkpatrick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GPT 3 — ISO Helper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Instructions : vulgariser ISO 9001 / répondre aux questions non-experts / exemples CA concrets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Tester les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10 questions par GPT — sont-ils vraiment experts dans leur domaine 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51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51/78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3 GPT Custom Documentés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3 GPT opérationnels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Testés et affinés — répondent de façon experte dans leur domaine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Fiches de description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Pour chaque GPT : ce qu'il fait / ce qu'il ne fait pas / comment l'utiliser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Cas d'usage clients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5 exemples concrets d'utilisation par un responsable CA / formateur / manager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Présentez vos GPT en démo à vos prospects — 15 minutes de démonstration = conviction forte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51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51/78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51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3 GPT Custom Opérationnels + Documentation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QualityCoach IA + Formation Expert + ISO Helper — vos outils propriétaires différenciants.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51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51/78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Bibliothèque de Prompts Premium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Organisez vos 50 meilleurs prompts en 5 packs thématiques vendables — votre premier produit digital.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51 sur 78  |  Phase 4 — Freelance 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