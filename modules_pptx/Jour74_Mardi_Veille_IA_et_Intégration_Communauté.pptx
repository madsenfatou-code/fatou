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74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Veille IA et Intégration Communauté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Communautés francophones · Contribution · Réseau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Sem. 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J74/78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Faire Partie de la Communauté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S'Inscrire et Contribuer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Présence Communauté Activée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Présence Communauté IA — 3 Plateformes Activées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74/78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Faire Partie de la Communauté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Pourquoi la communauté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Veille accélérée / opportunités mission / partenariats / recommandations / visibilité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Communautés FR actives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LinkedIn #IAFormation / Slack IA-France / Discord prompt engineers / AFNOR groupes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Contribuer avant de demander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Partagez votre expertise avant de chercher des missions — donner pour recevoir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Votre valeur dans la communauté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Vous êtes l'une des rares avec formation + CA + ISO + IA — votre niche est recherchée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Objectif 3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5 contributions / 100 nouveaux contacts qualifiés / 1 collaboration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Votre réseau est votre actif le plus précieux — l'IA peut le développer mais pas le remplacer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Dans une communauté d'experts, celui qui donne le plus reçoit le plus. Commencez par partager.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74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74/78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S'Inscrire et Contribuer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Rejoindre 3 communautés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LinkedIn groupe Formation IA / Slack IA-France / Discord ou groupe WhatsApp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Première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Partagez un insight concret de votre parcours — court / utile / authentique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Connecter 10 personnes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Demandes de connexion personnalisées à 10 experts de votre domaine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Calendrier contributions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 contribution par semaine sur LinkedIn / 2 par mois en communauté spécialisée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74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74/78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Présence Communauté Activée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communautés rejointes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Profils actifs / première contribution publiée dans chacune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10 connexions envoyées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Messages personnalisés — pas de copier-coller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Post LinkedIn contribution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Votre premier post de partage d'expérience TAMOU NEURAL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Votre réseau actif dans 6 mois commencera à vous envoyer des opportunités passives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74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74/78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74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Présence Communauté IA — 3 Plateformes Activées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Inscriptions + premières contributions + connexions — réseau IA francophone en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74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74/78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Plan de Développement Professionnel 12 Mois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Construisez votre roadmap professionnelle IA pour les 12 prochains mois — formations, certifications, objectifs CA.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74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