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64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CGV, Contrat et Cadre Juridique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RGPD · CGV · Contrat prestation · Clauses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J64/78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Cadre Juridique du Freelance IA en France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Rédiger les Documents Juridiques de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Juridique Freelance — 4 Documents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Juridique Freelance IA — CGV + Contrat + Clause 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Cadre Juridique du Freelance IA en France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Statut juridique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Auto-entrepreneur / SASU / EURL — comparatif selon votre situation et ambition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Obligations RGPD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En mission : traitement données clients / sous-traitant / registre / DPA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Clauses IA indispensables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Usage des outils IA / confidentialité / propriété intellectuelle / limitation responsabilité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CGV essentielles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Conditions de paiement / révisions incluses / droits d'auteur / résiliation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génère des bases juridiques — faites valider par un avocat pour les documents finaux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contrat bien rédigé prévient 90% des litiges — investissement minimal pour protection maximale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Vos documents juridiques montrent votre professionnalisme — les clients sérieux les apprécient et les attendent.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Rédiger les Documents Juridiques de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CGV 2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génère une base : conditions paiement / délais / révisions / propriété IP / résiliation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Contrat prestation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: parties / objet / livrables / délais / prix / paiement / clauses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Clause IA spécifique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Rédiger une clause sur l'usage des outils IA dans vos prestations — transparence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Mentions légales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votre site web : éditeur / hébergeur / RGPD / cookies — base légale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Kit Juridique Freelance — 4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Conditions générales de vente — 2 pages, à annexer à chaque devis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Contrat de prestation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personnalisable en 30 minutes pour chaque nouvelle 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Clause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Paragraphe à insérer dans tout contrat de prestation — transparence et responsabilité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Faites relire par un avocat spécialisé freelance avant utilisation réelle — 1-2h de consultation suffisent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Kit Juridique Freelance IA — CGV + Contrat + Clause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4 documents juridiques de base — à faire valider par un avocat avant usage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Kit Administratif Freelance Complet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Finalisez votre kit administratif : devis type, facture, relance impayé, onboarding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64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