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65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Kit Administratif Freelance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Devis · Facture · Onboarding client · Clôture 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J65/78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L'Administration Freelance — Automatiser le Routin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les 5 Documents Administratifs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Administratif Complet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Administratif Freelance — 5 Documents Opérationnels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L'Administration Freelance — Automatiser le Routin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Documents essentiels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Devis numéroté / facture conforme / relance impayé / onboarding client / clôture 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Devis professionnel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Numéro / date validité / livrables détaillés / prix HT+TVA / conditions de paiement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Facturation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Numérotation séquentielle / mentions légales obligatoires / délai légal paiement 30 jours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Onboarding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Email bienvenue + accès outils partagés + planning + canal de communication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Clôture 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Bilan livraison + évaluation client + demande témoignage + proposition suite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10 minutes d'administration bien faite évite 10 heures de gestion de conflits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Un client bien onboardé et bien suivi renouvelle et recommande — votre meilleur commercial est votre dernier client satisfait.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les 5 Documents Administratifs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Devis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Canva : numéro auto / lignes livrables / sous-total / TVA / conditions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Facture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Même design que devis / mentions légales obligatoires / IBAN / conditions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Onboarding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Email bienvenue : liens / planning / interlocuteur / premières étapes / urgences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Email clôture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Bilan mission / livrables remis / demande témoignage / proposition de suite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Kit Administratif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documents finalisés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Devis / Facture / Relance impayé / Onboarding / Clôture 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Intégration Airtable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document déclenché automatiquement par le statut dans votre CRM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Email relance impayé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niveaux : rappel cordial / relance ferme / mise en demeure — avec délais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kit vous fait gagner 2h/semaine d'administration — 100h/an récupérées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Kit Administratif Freelance — 5 Documents Opérationnels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Devis + facture + relance + onboarding + clôture — gestion administrative automatisée.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Évaluation Phase 4 — Niveau 4 Maîtrise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Quiz Phase 4 + portfolio 47 livrables + vérification niveau 4. Dernière phase avant la certification 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65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