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60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Dossier Commercial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Assembler · Cohérence · Prêt à prospecter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J60/78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Dossier Commercial — Votre Arsenal de Vente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Assembler et Vérifier la Cohérence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Dossier Commercial Complet et Cohérent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Dossier Commercial Complet — Prêt à Prospecter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Dossier Commercial — Votre Arsenal de Vente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Contenu du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Pitch deck / 4 fiches offres / catalogue formations / grille tarifaire / références / CGV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Cohérence visuelle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charte graphique / mêmes couleurs / mêmes polices — identité professionnelle forte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Formats adaptés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PDF pour email / PPTX pour réunion / Notion pour lien web — 3 formats utiles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Références fictives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études de cas fictives bien écrites valent des vraies en attendant — mentionnez 'exemple'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Prochaine étape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Prospecter activement dès lundi — 10 messages par jour / objectif : 1 rendez-vous par semaine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dossier commercial cohérent et professionnel multiplie votre taux de conversion par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qualité de votre dossier commercial reflète la qualité de votre travail — c'est votre première impression.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Assembler et Vérifier la Cohérence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Rassembler tous les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Pitch deck / 4 fiches offres / catalogue / grille tarifaire / guide 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Harmoniser la charte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logo / couleurs / polices / style photo sur tous les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Vérifier les contenus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Textes cohérents avec votre PVU / prix cohérents / offres complémentaires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Créer le dossier numérique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Dossier Google Drive ou Notion : bien organisé / liens fonctionnels / partage facile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Dossier Commercial Complet et Cohérent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Dossier structuré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Tous les documents / 3 formats (PDF/PPTX/lien) / bien nommés / à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Email de présentation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email pour partager le dossier à un prospect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Check-list pré-envoi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Vérifications avant chaque envoi prospect : personnalisation / mise à jour prix / lien actif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Lundi matin : envoyez votre premier message de prospection avec le dossier — démarrez la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Dossier Commercial Complet — Prêt à Prospecter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Tous les supports commerciaux harmonisés + guide d'envoi — arsenal de vente opérationnel.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Prospection IA — 30 Messages Personnalisés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11 : identifiez 30 cibles et rédigez des messages de prospection personnalisés avec l'IA.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60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