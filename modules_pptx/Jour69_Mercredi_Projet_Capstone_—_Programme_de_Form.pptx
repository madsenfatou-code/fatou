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69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Projet Capstone — Programme de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3 modules clés · Supports complets · Plan de déploiement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J69/78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Formation comme Levier du PAC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Concevoir les 3 Modules 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 Modules Formation CenterCall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 Modules Formation CenterCall + Plan de Déploiement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69/78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La Formation comme Levier du PAC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Lien PAC-formation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chantier qui nécessite un changement de comportement = module de 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3 modules CenterCall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Qualité appels + gestion client difficile + outils IA pour agents — liés aux chantiers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Format adapté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Agents CA : préférence présentiel / groupes de 10-12 / durée max 3h par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Plan de déploiement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Qui / quand / comment / avec quoi — planning de déploiement sur 3 mois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Mesure d'impact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Kirkpatrick 4 niveaux / indicateurs PAC / suivi post-formation — preuve du ROI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La formation sans suivi est un coût — avec suivi c'est un investissement avec ROI mesurable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Ces 3 modules sont les livrables formation du capstone — ils doivent être de la même qualité que vos modules commerciaux.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69/78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Concevoir les 3 Modules 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Module 1 — Qualité appels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Objectifs / plan / contenu clé / 2 exercices / évaluation — 3h format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Module 2 — Client difficile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Réutilisez et adaptez le module Jour 9 au contexte CenterCall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Module 3 — Outils IA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Introduction IA pour agents non-experts — pratique / rassurante / utile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🗓️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Plan de déploiement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Qui suit quoi / quand / en quelle priorité / avec quel formateur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69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69/78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3 Modules Formation CenterCall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plans de cours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Objectifs / plan / contenu / exercices / évaluation — format synthétique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Supports essentiels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Slides clés + livret participant pour chaque module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Plan de déploiement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Tableau : module / groupe / date / formateur / salle / pré-requis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Ces 3 modules démontrent votre capacité à aligner formation et stratégie — compétence rare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69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69/78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69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 Modules Formation CenterCall + Plan de Déploiement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Plans de cours + supports + plan de déploiement — volet formation du capstone.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69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69/78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Projet Capstone — Outils et Automatisation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Déployez les outils IA opérationnels pour CenterCall : dashboard qualité, coaching IA, évaluations auto.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69 sur 78  |  Phase 5 — Maîtrise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