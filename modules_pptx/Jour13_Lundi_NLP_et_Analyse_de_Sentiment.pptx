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13  —  LUNDI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NLP et Analyse de Sentiment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Comment l'IA comprend la voix · Applications QA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E"/>
                </a:solidFill>
              </a:rP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IA × Centres d'Appels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E"/>
                </a:solidFill>
              </a:rPr>
              <a:t>Sem.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E"/>
                </a:solidFill>
              </a:rPr>
              <a:t>J13/78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NLP — Le Langage Naturel Compris par l'IA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Simuler et Analyser 5 Transcriptions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Protocole d'Analyse Qualité 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Protocole d'Analyse Qualité IA — Appels Entrants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13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13/78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NLP — Le Langage Naturel Compris par l'IA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NLP = Natural Language 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Branche de l'IA qui analyse et comprend le langage humain (texte et voix)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Analyse de sentiment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L'IA détecte si un texte est positif / négatif / neutre / mixte — et mesure l'intensité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Applications 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Scoring automatique des appels / détection insatisfaction / alertes en temps réel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Transcription automatique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La voix → texte → analyse IA — en quelques secondes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Ce que vous pouvez faire aujourd'hui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Simuler des transcriptions et les faire analyser par Claude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Secteur CA : 68% des entreprises prévoient d'utiliser l'analyse sentiment IA d'ici 2026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Vous connaissez déjà l'analyse qualité manuelle — l'IA l'automatise. Votre expertise définit les critères.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13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13/78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Simuler et Analyser 5 Transcriptions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Créer 5 transcriptions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Demandez à Claude de générer 5 transcriptions appels entrants : 1 excellent / 2 moyens / 2 mauvais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Analyser chaque appel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Pour chaque transcription : demandez sentiment client / sentiment agent / points de friction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Scorer avec votre grille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Appliquez votre grille QA Jour 2 à ces transcriptions — comparez le score IA vs votre note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⚖️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Calibrage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Là où IA et expert divergent : analysez pourquoi — l'IA peut manquer le contexte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13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13/78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Protocole d'Analyse Qualité 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Procédure standard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Étapes : réception transcription → analyse Claude → scoring → validation experte → feedback 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Prompts d'analyse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Prompt type pour analyser une transcription en 5 dimensions qualité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Calibrage humain-IA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Dans quels cas l'expert prime toujours sur l'IA — liste des situations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Ce protocole est vendable comme service de conseil à des responsables qualité CA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13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13/78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Protocole d'Analyse Qualité IA — Appels Entrants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Procédure standardisée + prompts d'analyse + grille de calibrage — livrable conseil à forte valeur.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13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13/78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Outils IA de Qualité Appels — Panorama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Modjo, Gong, Refract, Scorebuddy — vous devenez experte en recommandation d'outils QA 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13 sur 78  |  Phase 2 — IA × Centres d'Appels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