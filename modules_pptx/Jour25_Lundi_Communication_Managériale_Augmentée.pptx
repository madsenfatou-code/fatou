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25  —  LUNDI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Communication Managériale Augmentée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Templates · Registres · Bibliothèque de 20 modèles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IA × Centres d'Appels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Sem.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3C60"/>
                </a:solidFill>
              </a:rPr>
              <a:t>J25/78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IA et Communication Managériale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Rédiger le même message en 5 Registres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Bibliothèque de 20 Templates Communication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Bibliothèque 20 Templates Communication Managériale CA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25/78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IA et Communication Managériale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Enjeu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La communication managériale impacte directement la motivation, la conformité et la rétention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Communication descendante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Du manager vers l'équipe : instructions / résultats / recadrage / félicitations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Communication ascendante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De l'agent vers le manager : remontée terrain / alertes / idées d'amélioration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IA et adaptation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L'IA adapte le ton, le registre et la longueur selon le contexte — vous définissez le message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F3C60"/>
                </a:solidFill>
              </a:rPr>
              <a:t>5 registres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Formel / bienveillant / direct / motivationnel / recadrage — mêmes infos, ton différent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 message bien formulé = 80% d'adhésion. Mal formulé = résistance même pour un bon projet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Vos 15 ans de communication terrain vous permettent de valider les nuances que l'IA peut rater.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25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25/78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Rédiger le même message en 5 Registres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Message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'Les résultats de la semaine sont en dessous de l'objectif. Réunion vendredi.'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94560"/>
                </a:solidFill>
              </a:rPr>
              <a:t>5 versions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Claude génère : email formel / message vocal / réunion équipe / note écrite / SMS urgent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Analyse critique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Quelle version sonne le plus juste ? Qu'est-ce que vous modifieriez 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Bibliothèque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Créez un template pour chacun des 20 cas les plus fréquents de votre expérience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25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25/78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Bibliothèque de 20 Templates Communication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templates descendants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Félicitations / résultats / objectifs / recadrage / annonce changement / formation obligatoire / etc.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10 templates ascendants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Remontée problème / idée amélioration / alerte qualité / demande ressource / retour 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Guide d'utilisation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Comment adapter chaque template à son propre style — pas de copier-coller brut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kit est un produit digital vendable aux managers CA — entre 49 et 149€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25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25/78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Bibliothèque 20 Templates Communication Managériale 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20 modèles rédigés pour 20 situations clés — produit digital commercialisable.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25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25/78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Soft Skills et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Créez un atelier complet 7h 'Soft Skills × IA' avec activités interactives et jeux de rôle simulés.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25 sur 78  |  Phase 2 — IA × Centres d'Appels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