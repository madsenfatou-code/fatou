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47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Révision et Consolidation 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Identifier les lacunes · Améliorer · Préparer l'éval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J47/78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Révision Active — Plus Efficace que la Relecture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Révision Active Phase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 Livrables Phase 3 Améliorés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 Livrables Phase 3 Version 2.0 — Qualité Renforcée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Révision Active — Plus Efficace que la Relecture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Révision active vs passive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Relire = passif / Reproduire sans regarder = actif → ancrage 3x supérieur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Technique du rappel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Fermez vos notes. Qu'avez-vous retenu de la Phase 3 ? Listez sans regarder. Puis vérifiez.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Identifier les lacunes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Comparez votre liste avec les livrables Phase 3 — les oublis sont vos points faibles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Améliorer, pas rajouter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Mieux vaut 3 livrables excellents que 10 moyens — choisissez vos meilleurs et perfectionnez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Préparer l'évaluation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Relisez la grille de niveau 3 — soyez honnête sur ce que vous maîtrisez vraiment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30 minutes de révision active valent plus que 3 heures de lecture passive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Les lacunes identifiées aujourd'hui sont des opportunités de croissance — pas des échecs.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Révision Active Phase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Rappel sans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tout ce que vous avez appris en Phase 3 sans regarder — 15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Identifier les lacunes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Comparez avec le programme — qu'avez-vous oublié ou peu maîtrisé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Révision ciblée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lacune : relisez le livrable / refaites l'exercice clé / posez une question à 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Améliorer 2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Choisissez vos 2 meilleurs livrables Phase 3 et demandez à Claude comment les rendre excellents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2 Livrables Phase 3 Améliorés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 1 amélioré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meilleur de la semaine — version 2.0 avec les retours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 2 amélioré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Second choix — version renforcée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de révision personnalisé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un plan de révision sur vos 3 points faibles — pour demain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Qualité &gt; quantité. Deux livrables parfaits ouvrent plus de portes que dix livrables passables.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 Livrables Phase 3 Version 2.0 — Qualité Renforcée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Versions améliorées de vos meilleurs livrables + plan de révision personnalisé.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Évaluation Phase 3 — Niveau 3 Intégration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Quiz complet Phase 3 + portfolio 37 livrables + vérification de votre niveau 3.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47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