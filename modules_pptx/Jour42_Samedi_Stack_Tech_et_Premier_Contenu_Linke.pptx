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42  —  SAMEDI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Stack Tech et Premier Contenu LinkedIn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Documenter · Partager · Construire l'audience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J42/78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LinkedIn pour Expert Freelance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votre Premier Contenu LinkedIn 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Posts LinkedIn + Calendrier Éditorial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 Posts LinkedIn + Calendrier Éditorial 30 Jours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42/78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LinkedIn pour Expert Freelance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Pourquoi LinkedIn maintenant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Vous avez 6 semaines d'expérience IA concrète — c'est déjà expert pour 95% du marché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Formats qui fonctionnent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Listes numérotées / avant-après / 'j'ai testé X voici ce que j'ai appris' / cas concret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Algorithme LinkedIn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Commentaires &gt; Partages &gt; Likes — posez des questions à la fin de chaque post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Régularité &gt; Perfection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2 posts/semaine réguliers valent mieux que 1 chef d'œuvre par mois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Votre niche rare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IA × Formation × Centres d'Appels × ISO 9001 — pratiquement personne ne fait ça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profil LinkedIn actif génère 3x plus de prospects entrants qu'un profil statique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Chaque livrable que vous avez créé ces 6 semaines est un post LinkedIn en puissance.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42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42/78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votre Premier Contenu LinkedIn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Post 1 — Stack 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'Ma stack IA de formatrice freelance en 2025 : 8 outils / 10x ma productivité' — liste + photo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Post 2 — Avant/après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Un livrable que vous faisiez en 3h / maintenant en 20 min avec l'IA — concret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Post 3 — Tip ISO ×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'Comment j'utilise NotebookLM pour former les managers à l'ISO 9001 en 1h'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Calendrier 30 jours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Planifiez 8 posts pour les 4 prochaines semaines — thèmes + dates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42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42/78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3 Posts LinkedIn + Calendrier Éditorial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posts rédigés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Prêts à publier — relu et validé par Claude pour ton et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Calendrier 30 jours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8 posts planifiés sur 4 semaines — variété des thèmes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Optimiser le profil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Titre LinkedIn mis à jour : 'Expert(e) Formation &amp; Qualité CA × IA | Freelance'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Publiez votre premier post aujourd'hui — chaque heure de délai est une heure sans visibilité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42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42/78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42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 Posts LinkedIn + Calendrier Éditorial 30 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Contenu prêt à publier + stratégie éditoriale — début de votre personal branding 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42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42/78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Lean × IA — Identifier les Gaspillages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Semaine 8 : analysez un processus de formation avec l'IA pour identifier les 7 gaspillages Lean.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42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