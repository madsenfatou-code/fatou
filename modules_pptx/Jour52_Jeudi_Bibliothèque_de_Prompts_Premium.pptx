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52  —  JEUDI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Bibliothèque de Prompts Premium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50 prompts · 5 packs · Produit digital vendable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B25"/>
                </a:solidFill>
              </a:rPr>
              <a:t>Phase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Freelance 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B25"/>
                </a:solidFill>
              </a:rPr>
              <a:t>Sem. 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B25"/>
                </a:solidFill>
              </a:rPr>
              <a:t>J52/78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Les Prompt Packs — Produit Digital Scalable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Trier et Organiser les 50 Meilleurs Prompts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5 Prompt Packs PDF Prêts à Vendre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5 Prompt Packs PDF — Produits Digitaux Prêts à Vendre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52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52/78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Les Prompt Packs — Produit Digital Scalable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Produit digital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Vendu une fois / livré infiniment / zéro coût marginal — idéal pour scaler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Valeur perçue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Un prompt bien rédigé économise 2h de travail — facile à valoriser à 5-15€ le prompt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5 packs thématiques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QA Appels / Formation / ISO Qualité / Management / Recrutement — 10 prompts chacun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Format de vente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PDF + fichier texte + guide d'utilisation / vendu sur Gumroad / Payhip / votre site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Pricing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Pack simple : 29€ / Collection 5 packs : 99€ / Mise à jour annuelle : +20€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Un produit digital généré pendant 3 mois peut générer des revenus passifs pendant 3 ans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Vos prompts représentent 50+ heures de travail condensé — leur valeur est bien supérieure à leur prix de vente.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52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52/78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Trier et Organiser les 50 Meilleurs Prompts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Inventaire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Parcourez vos 50+ prompts créés depuis Jour 2 — notez chaque prompt /5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🗂️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Organiser en 5 packs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10 prompts par thème — choisissez les mieux notés pour chaque pack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✍️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Rédiger les guides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Pour chaque pack : introduction / comment utiliser / cas d'usage / résultat attendu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Mise en page PDF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Canva : PDF professionnel pour chaque pack — design cohérent avec votre marque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52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52/78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5 Prompt Packs PDF Prêts à Vendre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5 PDFs finalisés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Chaque pack : couverture / introduction / 10 prompts commentés / guide utilisation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Page de vente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Description de chaque pack / bénéfices / exemples de résultats / prix / achat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Bundle 5 packs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Offre groupée à prix réduit — augmente le panier moyen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Publiez un pack sur Gumroad cette semaine — vos premiers revenus passifs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52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52/78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52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5 Prompt Packs PDF — Produits Digitaux Prêts à Vendre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50 prompts organisés en 5 packs thématiques avec guides — revenus passifs immédiats.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52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52/78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Personal Branding LinkedIn — Calendrier 30 Jours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Optimisez votre profil LinkedIn et créez 20 posts pré-rédigés pour un mois de visibilité 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52 sur 78  |  Phase 4 — Freelance 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