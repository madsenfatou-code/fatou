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50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Grille Tarifaire et Packages Freelance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TJM · 4 offres packagées · Politique tarifaire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J50/78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Tarifier l'Expertise Augmentée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la Grille Tarifaire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Politique Tarifaire Complète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Grille Tarifaire Complète — 4 Offres + TJM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Tarifier l'Expertise Augmentée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TJM consultant 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Marché France : 400-800€/jour junior / 800-1500€/jour expert / 1500€+ spécialiste rare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Votre positionnement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Expert 15 ans + IA + ISO + CA = haut de gamme justifié — ne bradez pas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Tarification par valeur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Prix basé sur économie générée pour le client — pas sur votre temps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4 modèles de revenus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TJM pour missions longues / forfait livrable / retainer mensuel / produit digital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Psychologie des prix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offres : Essentiel / Pro / Premium — le client compare et choisit souvent le milieu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Augmenter son TJM de 20% ne perd que 10% des clients — le revenu net augmente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L'IA multiplie votre productivité — votre tarif doit refléter la valeur livrée, pas les heures passées.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la Grille Tarifaire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Calculer votre TJM 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Charges + salaire souhaité + frais + marge = TJM minimum → TJM marché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4 offres packagées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Audit flash (1 jour) / Mission audit (5 jours) / Formation (2 jours) / Accompagnement (3 mois)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🏷️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Tarifer chaque offre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Prix par valeur + comparaison marché + marge confort — justifier chaque prix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Tableau comparatif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niveaux Essentiel/Pro/Premium avec ce qui est inclus à chaque niveau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Politique Tarifaire Complète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TJM documenté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Calcul détaillé + benchmark marché + positionnement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4 fiches offres avec prix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offre : contenu / durée / livrables / prix / conditions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Tableau 3 niveaux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Essentiel vs Pro vs Premium — pour présenter aux clients hésitants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grille tarifaire est confidentielle mais doit être disponible immédiatement — préparez-la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Grille Tarifaire Complète — 4 Offres + TJM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Politique tarifaire documentée + 4 fiches offres avec prix — base commerciale solide.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GPT Custom — Vos Outils IA Propriétaires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3 GPT Custom spécialisés : QualityCoach IA / Formation Expert / ISO Assistant.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50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