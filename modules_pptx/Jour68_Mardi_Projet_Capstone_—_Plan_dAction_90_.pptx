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68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Projet Capstone — Plan d'Action 90 Jours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5 chantiers · 25 actions · Priorisation · 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J68/78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Du Diagnostic au Plan — La Logique de 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le PAC CenterCall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PAC 90 Jours — CenterCall France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PAC 90 Jours CenterCall — 5 Chantiers / 25 Actions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68/78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Du Diagnostic au Plan — La Logique de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Lien diagnostic-plan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constat du diagnostic génère une ou plusieurs actions dans le PAC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5 chantiers CenterCall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Qualité appels / Formation continue / Management superviseurs / Outils IA / Processus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25 actions priorisées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Matrice impact/effort : quick wins (semaine 1) / court terme (mois 1) / moyen terme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Budget réaliste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Coût interne (temps agents/superviseurs) + coût externe (formation / outils) / ROI estimé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Jalons et indicateurs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chantier : jalons mensuels / indicateurs de succès / seuils d'alerte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PAC sans priorisation est une liste de vœux — la priorisation est votre valeur de consultante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Le client ne peut pas tout faire en même temps — votre rôle est de lui dire quoi faire en premier et pourquoi.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68/78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Construire le PAC CenterCall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🗂️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5 chantiers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chantier : objectif / enjeu / actions / responsable / délai / indicateur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Matrice priorisation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Quick wins (impact fort / effort faible) en priorité — visuel Canva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Budget prévisionnel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Coûts directs / coûts indirects / ROI attendu à 3 mois et 12 mois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🗓️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Planning Gantt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Gantt 12 semaines dans Notion ou Excel — toutes les actions / dépendances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68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68/78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PAC 90 Jours — CenterCall France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PAC structuré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chantiers / 25 actions / responsables / délais / indicateurs — format consultant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Budget prévisionnel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Tableau coûts / économies / ROI — argument de vente fort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Planning Gantt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Visuel 12 semaines — séquençage logique des 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PAC + budget + Gantt = livrables types d'une mission de conseil à 5000-8000€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68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68/78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PAC 90 Jours CenterCall — 5 Chantiers / 25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Plan d'action complet + budget + Gantt — cœur de la mission capstone.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68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68/78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Projet Capstone — Programme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Concevez le programme de formation associé au PAC — 3 modules clés pour CenterCall.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68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