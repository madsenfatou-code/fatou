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11  —  VENDREDI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Claude Projects — Vos Assistants Personnels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Mémoire permanente · Base de connaissances · 3 assistants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Fondations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Sem.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J11/78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Claude Projects — La Mémoire de l'IA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Configurer vos 3 Claude Projects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Charger vos Documents dans les Projects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 Claude Projects Opérationnels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11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11/78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Claude Projects — La Mémoire de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Problème sans Projects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conversation repart de zéro — vous réexpliquez votre contexte à chaque fois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Solution : Claude Projects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Vous configurez une fois : profil, méthode, chartes, offres → disponibles en permanence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Instructions système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Texte que Claude lit avant chaque conversation dans ce project — sa 'fiche de poste'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Documents de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Chargez vos propres documents : chartes d'appel, grilles QA, procédures ISO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3 assistants à créer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Formation Expert / Quality Coach / Commercial Coach — chacun avec sa spécialité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Claude Projects = votre équipe IA permanente qui connaît votre métier par cœur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Avec 3 Projects bien configurés, chaque prompt devient 3x plus efficace car le contexte est déjà là.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11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11/78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Configurer vos 3 Claude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Project 1 — Formation Expert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Instructions : méthodes pédagogiques, niveaux apprenants, chartes formation, ton professionnel bienveillant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Project 2 — Quality Coach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Instructions : grilles QA, normes ISO 9001, KPIs CA, procédures audit, rigueur et précision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Project 3 — Commercial Coach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Instructions : vos offres freelance, PVU, tarifs, objections fréquentes, ton confiant et accessible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Tester les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Posez la même question dans les 3 projects — observez comment chaque assistant répond différemment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11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11/78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Charger vos Documents dans les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Project 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Chargez : module Jour 9 / fiches personas Jour 10 / grille QA Jour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Project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Chargez : charte utilisation IA Jour 3 / fiche ISO 9001 Jour 5 / grille QA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Project Commercial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Chargez : pitch deck Jour 8 / rapport veille Jour 4 / bibliothèque prompts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Testez chaque project avec 5 cas concrets de votre métier — affinez les instructions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11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11/78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 Claude Projects Opérationnels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Formation Expert + Quality Coach + Commercial Coach — vos 3 assistants IA permanents configurés et testés.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11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11/78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Évaluation Phase 1 — Niveau 1 Validé 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Quiz complet Phase 1 + organisation de votre portfolio de 10 livrables. Score ≥ 60/100 = Niveau 1 certifié.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11 sur 78  |  Phase 1 — Fondations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