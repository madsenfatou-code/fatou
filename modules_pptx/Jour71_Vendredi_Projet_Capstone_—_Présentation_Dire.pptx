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71  —  VENDREDI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Projet Capstone — Présentation 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Restitution de mission · 30 slides · Soutenance simulée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Phase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Maîtrise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Sem.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J71/78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Présenter une Mission au Comité de Direction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Préparer et Simuler la Présentation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Présentation Restitution + Simulation Validée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Présentation Restitution CODIR — 30 Slides + Notes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71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71/78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Présenter une Mission au Comité de Direction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Enjeu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Le CODIR n'a pas suivi la mission — il veut des résultats, pas du détail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Structure executive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Situation initiale / Ce que nous avons fait / Résultats obtenus / Prochaines étapes / Budget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En 20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3 minutes contexte / 10 minutes résultats / 5 minutes recommandations / 2 minutes questions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Langage CODIR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Chiffres / ROI / risques / opportunités — pas de jargon pédagogique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Recommandations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3 priorités stratégiques pour les 6 prochains mois — simples et actionnables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CODIR convaincu = renouvellement de contrat + recommandation à d'autres directions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Votre capacité à parler le langage des dirigeants est aussi importante que votre expertise technique.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71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71/78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Préparer et Simuler la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30 slides Gamma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Structure executive : contexte / résultats / ROI / recommandations / prochaines étapes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Notes de présentation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Pour chaque slide : ce que vous dites en 30 secondes — cohérence + fluidité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Simulation CODIR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Claude joue 3 directeurs avec des questions difficiles — pratiquez les réponses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Affiner après simulation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Quelles questions vous ont pris par surprise ? Préparez les réponses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71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71/78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Présentation Restitution + Simulation Validée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30 slides executive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Gamma — design professionnel / données clés / visuels impactants / CTA clair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Notes de présentation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Script complet — 20 minutes chrono maîtrisé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Q&amp;A préparé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15 questions difficiles + réponses calibrées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Cette présentation est l'aboutissement de toute la mission — soignez-la comme une vraie restitution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71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71/78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71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Présentation Restitution CODIR — 30 Slides +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Présentation executive CenterCall + script + Q&amp;A — soutenance de mission professionnelle.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71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71/78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Assemblage Final du Dossier de 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Assemblez tous les livrables du capstone en un dossier de mission complet de 50+ pages.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71 sur 78  |  Phase 5 — Maîtrise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