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22  —  JEUDI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Micro-Learning 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Formats courts · Ancrage mémoriel · Série techniques vente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Sem.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J22/78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Micro-Learning — Apprendre en 3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Structurer 10 Modules Micro-Learning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Série Micro-Learning — 10 Techniques de Vente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Série Micro-Learning — 10 Techniques de Vente Téléphonique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22/78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Micro-Learning — Apprendre en 3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Définition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Contenus courts (2-5 min) / un seul objectif / format mobile-first / répétition espacée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Neuro-pédagogie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Courbes d'oubli : sans rappel 70% oublié en 24h / avec micro-learning espacé : 90% retenu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Formats efficaces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Vidéo courte / mini-quiz / carte mémo / simulation rapide / audio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Série cohérente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10 modules = 1 programme complet consultable en 30 min / module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IA et micro-learning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génère le script / Canva produit les visuels / Loom enregistre la voix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Le micro-learning est le format le plus adopté en CA (96% de taux de complétion vs 15% e-learning classique)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10 micro-modules bien construits = programme formation complet que les agents consultent sur leur téléphone.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22/78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Structurer 10 Modules Micro-Learning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Définir les 10 thèmes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Techniques de vente : accroche / qualification / écoute / reformulation / objections / closing / etc.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Template par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Contexte (30s) / Technique expliquée (90s) / Exemple audio (60s) / Mémo visuel / Mini-quiz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Rédiger 3 scripts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Modules 1-3 complets avec script mot à mot — à lire devant Loom ou enregistreur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Visuels Canva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module : 1 carte mémo A4 téléchargeable — design cohérent série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22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22/78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Série Micro-Learning — 10 Techniques de Vente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10 scripts complets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Un script par technique — rédigés par Claude, validés et personnalisés par vous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10 cartes mémo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Visuels Canva prêts à télécharger / imprimer / afficher au poste de travail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Guide déploiement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Comment intégrer la série dans le quotidien des agents — rappels, fréquence, suivi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Cette série est un produit digital vendable (PDF + scripts) — estimez entre 200 et 500€ le package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22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22/78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Série Micro-Learning — 10 Techniques de Vente Téléphonique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10 scripts + 10 cartes mémo + guide déploiement — produit digital commercialisable.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22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22/78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Otter.ai et Transcription Automatique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Transcrivez une session de travail et transformez-la automatiquement en supports : slides, FAQ, synthèse.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22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