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61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Prospection IA — 30 Messages Personnalisés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ICP · Ciblage LinkedIn · Séquence emails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J61/78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Prospection Augmentée par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Identifier 30 Cibles et Rédiger les Messages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Séquence de Prospection — 30 Cibles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Séquence Prospection — 30 Cibles × 3 Messages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61/78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Prospection Augmentée par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ICP = Ideal Client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Qui est votre client idéal ? Taille CA / secteur / poste décideur / problème principal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Sources de cibles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LinkedIn Sales Navigator / annuaire AFRC / événements sectoriels / réseau existant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Personnalisation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analyse le profil LinkedIn d'un prospect → génère un message personnalisé en 30s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Séquence en 3 temps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Contact 1 : valeur / Contact 2 (J+7) : relance soft / Contact 3 (J+14) : dernière chance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Taux de réponse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Message personnalisé : 15-25% / message générique : 2-5% — la personnalisation vaut l'effort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30 contacts ciblés bien prospectés valent mieux que 300 messages génériques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réseau de 15 ans + ciblage IA = pipeline commercial solide en moins d'une semaine.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61/78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Identifier 30 Cibles et Rédiger les Messages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Définir l'ICP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Avec Claude : profil idéal en 5 critères / 3 types de décideurs / 2 secteurs prioritaires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Identifier 30 cibles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LinkedIn : directeurs CA / responsables formation / DRH / responsables qualité — 30 profils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30 messages personnalisés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cible : contexte perso + accroche + valeur + CTA — 3-5 lignes max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Séquence complète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Contact 1 + relance J+7 + relance J+14 pour chaque cible — CRM Airtable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61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61/78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Séquence de Prospection — 30 Cibles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30 profils cibles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Dans Airtable : nom / poste / entreprise / canal de contact / message J1 rédigé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30 messages J1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Personnalisés et prêts à envoyer — 1 par cible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Séquences J+7 et J+14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Templates de relance adaptables — 2 modèles par type de cible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Envoyez 5 messages aujourd'hui — le meilleur moment pour prospecter c'est maintenant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61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61/78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Séquence Prospection — 30 Cibles × 3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30 profils ciblés + 30 messages personnalisés + relances — pipeline commercial activé.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61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61/78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Proposition Commerciale et Devis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votre template de proposition commerciale de 8-10 pages — prête à personnaliser en 30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61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