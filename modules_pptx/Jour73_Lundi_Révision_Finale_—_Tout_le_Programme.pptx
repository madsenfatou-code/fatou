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73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Révision Finale — Tout le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Rappel actif · Lacunes ciblées · Préparation certification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J73/78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Révision Finale — Consolider et Confirmer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de Préparation Finale — 50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Plan de Révision Personnalisé + Score 50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50 Questions + Plan de Révision Personnalisé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Révision Finale — Consolider et Confirmer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5 phases en rappel actif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Listez mentalement les 3 points clés de chaque phase — sans regarder vos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Tester sa maîtrise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Expliquez chaque concept à Claude comme si c'était un apprenant novice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Combler les dernières lacunes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Toutes les phases ont des gaps — identifiez et combler les 3 derniers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Quiz de préparation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50 questions aléatoires sur tout le programme — simulation d'examen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Confiance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À ce stade vous avez 78 jours de pratique IA intensive — vous êtes experte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La révision finale n'est pas pour combler des lacunes — c'est pour confirmer sa maîtrise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avez parcouru 73 jours — ce que vous maîtrisez aujourd'hui dépasse la grande majorité du marché.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Quiz de Préparation Finale — 50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Phase 1 — 10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Fondamentaux IA / prompts / outils / éthique — 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Phase 2 — 10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NLP / coaching / formation / KPIs / soft skills — 15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Phase 3 — 10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ISO / audit / automatisation / lean / benchmark — 15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Phases 4+5 — 20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Freelance / offres / prospection / mission capstone — 20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Plan de Révision Personnalisé + Score 50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Score des 50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Identifiez précisément les 5 questions les plus difficiles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révision 2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Ciblé sur vos 5 points faibles — 2h par point maximum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Mind map du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une carte mentale de tout le programme — vue d'ensemble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score ≥ 40/50 aujourd'hui = certification assurée vendredi. Continuez ainsi.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Quiz 50 Questions + Plan de Révision Personnalisé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Auto-évaluation complète sur tout le programme + ciblage des dernières révisions.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Veille IA et Communauté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Activez votre présence dans les communautés IA francophones et publiez votre première contribution.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73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