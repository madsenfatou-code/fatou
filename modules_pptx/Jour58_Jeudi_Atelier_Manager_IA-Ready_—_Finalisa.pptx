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58  —  JEUDI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Atelier Manager IA-Ready — Finalisation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Évaluation · Guide formateur · Fiche commerciale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Phase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Freelance 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Sem. 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J58/78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Finaliser un Produit de Formation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Compléter le Kit et Créer la Fiche Commerciale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Atelier Manager — Kit Finalisé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Atelier Manager IA-Ready — Kit Finalisé + Fiche Commerciale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58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58/78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Finaliser un Produit de 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Check-list de finalisation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Programme / supports / ateliers / évaluation / guide formateur / fiche commerciale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Guide formateur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Instructions d'animation / réponses aux objections courantes / timing de précision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Évaluation adaptée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Pour les managers : évaluation action (plan 30 jours) plutôt que quiz théorique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Fiche commerciale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1 page : public / objectifs / programme résumé / durée / format / prix / contact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Témoignage fictif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Créez un témoignage type de manager satisfait — utile en attendant les vrais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Un produit finalisé avec guide formateur peut être délivré par un autre formateur — scalabilité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La fiche commerciale est la première chose que voit un DRH ou un acheteur formation — soignez-la.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58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58/78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Compléter le Kit et Créer la Fiche Commerciale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Évaluation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Plan d'engagement 30 jours : 3 actions IA à mettre en place / indicateurs / date bilan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Guide formateur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Conseils animation / gestion du groupe / questions anticipées / adaptations possibles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Fiche commerciale Canva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1 page A4 : accroche / objectifs / programme / formateur / tarif / contact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Test complet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Simulez la journée entière avec Claude — identifiez les points à améliorer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58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58/78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Atelier Manager — Kit Finalisé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Kit complet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Programme + slides + ateliers + livret + évaluation + guide formateur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Fiche commerciale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Design Canva professionnel — prête à envoyer aux DRH CA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Email de prospection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Template email pour proposer l'atelier à un responsable RH ou directeur 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Vous avez maintenant 3 formations commercialisables — votre catalogue est complet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58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58/78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58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Atelier Manager IA-Ready — Kit Finalisé + Fiche Commerciale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Kit complet + fiche commerciale + email prospect — prêt à commercialiser immédiatement.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58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58/78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Site Web Freelance — Textes Complets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Rédigez tous les textes de votre site web avec l'IA : accueil, offres, à propos, contact, blog.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58 sur 78  |  Phase 4 — Freelance 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