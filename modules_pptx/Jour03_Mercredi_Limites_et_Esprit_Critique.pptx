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Limites et Esprit 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Hallucinations · RGPD · Votre Œil d'Expert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Ce que l'IA Invente — et Comment le Détecter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Chasse aux Erreurs — Tester l'IA sur votre Domaine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Rédiger votre Charte IA Personnelle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Charte d'Utilisation Responsable de l'IA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Ce que l'IA Invente — et Comment le Détecter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Hallucination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peut inventer des faits, des chiffres, des normes — avec le même ton assuré que pour les vraies informations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Biais algorithmiques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reproduit les biais présents dans ses données d'apprentissage — vigilance sur RH et recrutement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Données périmées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LLM ont une date de coupure — ils ignorent les actualités récentes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RGPD : règle absolue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Ne jamais entrer de données personnelles réelles (noms, emails, données clients) dans un LLM public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Confidentialité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Tout ce que vous tapez peut être utilisé pour réentraîner le modèle — anonymisez toujours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expertise = votre bouclier contre les erreurs de l'IA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Règle d'or : l'IA produit, vous validez. Votre expertise est le filtre qualité irremplaçable.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Chasse aux Erreurs — Tester l'IA sur votre Domaine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Test ISO 9001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Posez 5 questions ISO que vous connaissez parfaitement. Notez chaque erreur ou imprécision détectée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Test Centres d'appels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Demandez des définitions KPIs, des benchmarks sectoriels. Vérifiez avec vos 15 ans d'expérience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Documenter les erreurs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une page Notion 'Erreurs IA détectées' — c'est votre preuve d'expertise critique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Tester RGPD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Essayez d'entrer un nom fictif + données fictives. Observez comment Claude réagit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Rédiger votre Charte IA Personnelle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Charte d'utilisation responsable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Ce que vous faites / ne faites jamais avec l'IA dans votre activité professionnelle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Politique de vérification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type de livrable : quand vérifier systématiquement, quand faire confiance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Clause RGPD pour vos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vous garantissez la protection des données lorsque vous utilisez l'IA en 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document est vendable : les clients apprécient un prestataire qui maîtrise la sécurité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Charte d'Utilisation Responsable de l'IA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Document 1-2 pages utilisable avec vos clients pour rassurer sur l'usage éthique et sécurisé de l'IA.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Perplexity et la Recherche Documentaire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Vous allez produire votre premier rapport de veille sectorielle 'IA × Centres d'appels' avec sources citées.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