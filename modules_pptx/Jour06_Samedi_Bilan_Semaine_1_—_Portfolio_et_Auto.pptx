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Bilan Semaine 1 — Portfolio et Auto-Évaluation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Consolider · Organiser · Mesurer sa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Bilan et Méthode d'Auto-Évaluation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Semaine 1 — 10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Organiser le Portfolio et Améliorer un Livrable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Semaine 1 — 5 Livrables Documentés + Score Quiz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Bilan et Méthode d'Auto-Évaluation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581912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Revisitez chaque livrable de la semaine avec un œil critique et frais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240280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Identifiez votre meilleur livrable et votre prompt le plus efficace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Quiz Semaine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questions : LLM / tokens / RCTF / hallucinations / RGPD / NotebookLM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Mesurez votre progression : niveau de confiance J1 vs J6 — la courbe est votre motivation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215383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Organisez Notion : portfolio structuré, bibliothèque de prompts annotée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Planifiez la Semaine 2 : identifiez les 2 points à renforcer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Un bilan hebdomadaire = 30% de mémorisation supplémentaire. C'est votre rituel de consolidation.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 / 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Semaine 1 — 10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Questions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Qu'est-ce qu'un LLM ? / Expliquez token en 2 phrases / Citez 3 limites de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Questions 4-6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Écrivez un prompt RCTF complet / Qu'est-ce qu'une hallucination ? / 3 règles RGPD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Questions 7-9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Différence Claude vs Perplexity / À quoi sert NotebookLM ? / Quelle est votre PVU IA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Question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Quel est votre livrable préféré de la semaine et pourquoi ? (réponse libre)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Organiser le Portfolio et Améliorer un Livrable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Portfolio 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livrables numérotés, décrits, datés — comme un dossier client professionnel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Améliorer le plus faible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Reprenez le livrable que vous trouvez le moins bon. Demandez à Claude comment l'améliorer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Tableau de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Remplissez la ligne Semaine 2 de votre tableau de bord TAMOU NEURAL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Post LinkedIn optionnel : partagez une découverte de la semaine — commencez à construire votre audience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Portfolio Semaine 1 — 5 Livrables Documentés + Score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Portfolio organisé dans Notion + score quiz /100. Score ≥ 60 = Niveau 1 validé. Sinon : révision ciblée.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Canva AI — Supports Visuels Professionnels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2 commence ! Vous allez créer vos premiers supports de formation visuels avec Canva AI en 1h.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