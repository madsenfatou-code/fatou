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67  —  LUNDI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Projet Capstone — Diagnostic Initial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Mission fictive complète · CA 80 agents · Audit initial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Phase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Maîtrise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Sem.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J67/78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Le Projet Capstone — Votre Chef-d'Œuvre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Analyser le Brief et Conduire l'Audit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Rapport de Diagnostic — CenterCall France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Rapport Diagnostic — CenterCall France (15 pages)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67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67/78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Le Projet Capstone — Votre Chef-d'Œuvre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Principe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Conduire une mission freelance complète fictive — de l'audit au bilan de mission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Client fictif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CenterCall France — 80 agents / CA entrant / secteur télécom / taux réclamation 9%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Votre 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Audit qualité formation + diagnostic + PAC + formations + suivi — 6 semaines simulées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Jour 67 : 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Analyser le brief client / conduire l'audit initial / rédiger le rapport de diagnostic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Votre démarche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Utilisez tous vos outils IA — c'est la démonstration de votre maîtrise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projet est votre référence portfolio la plus solide — un dossier de mission réel de 50 pages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Traitez ce projet fictif comme un vrai client — chaque document doit être d'une qualité que vous seriez fière de remettre.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67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67/78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Analyser le Brief et Conduire l'Audit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Analyser le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Lire le brief CenterCall / identifier les enjeux / préparer les questions de cadrage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Audit initial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Checklist audit Jour 32 + analyse données fictives KPIs / formation / qualité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Collecter les informations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Simuler des entretiens avec Claude (DRH / responsable qualité / superviseur / agent)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Rapport de diagnostic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15 pages : contexte / méthodologie / constats / synthèse / priorités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67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67/78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Rapport de Diagnostic — CenterCall France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Brief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Document de cadrage signé — périmètre / objectifs / livrables attendus / délais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Rapport diagnostic 15 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Constats terrain + analyse + cartographie des problèmes + priorités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Plan de la 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6 semaines / 5 chantiers / jalons / livrables / budget prévisionnel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rapport seul justifie une prestation de 1500-3000€ en réel — prenez-le au sérieux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67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67/78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67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Rapport Diagnostic — CenterCall France (15 pages)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Audit initial complet avec constats, analyse et plan de mission — premier livrable du capstone.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67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67/78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Projet Capstone — Plan d'Action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À partir du diagnostic : construire le PAC 90 jours avec 5 chantiers et 25 actions priorisées.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67 sur 78  |  Phase 5 — Maîtrise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