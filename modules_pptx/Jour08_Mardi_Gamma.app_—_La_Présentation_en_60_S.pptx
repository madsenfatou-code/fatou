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8  —  MARDI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Gamma.app — La Présentation en 60 Secondes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Pitch décks · Présentations clients · Propositions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Fondations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Sem.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J8/78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Gamma.app — IA de Présentation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Générer 3 Présentations Différentes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Pitch Deck Freelance IA — Version 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Pitch Deck Freelance IA — 20-25 Slides Professionnelles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8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8/78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Gamma.app — IA de Présentation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Principe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Décrivez votre présentation en texte → Gamma génère toute la structure, le design et le contenu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Avantage vs PowerPoint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10x plus rapide / Design automatique / Export PPTX ou PDF / Partage en ligne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Limite à connaître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Le contenu généré est un premier jet — vous devez valider et affiner avec votre expertise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Usages prioritaires pour vous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Pitch client / Présentation offre freelance / Support atelier / Rapport qualité visuel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Plan optimal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Donnez à Gamma : public cible + objectif + 5-7 points clés + ton souhaité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Une présentation Gamma de qualité professionnelle se produit en 45 minutes contre 3 heures en manuel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Gamma est votre outil de prototypage rapide — générez, validez avec votre expertise, affinez.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8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8/78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Générer 3 Présentations Différentes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Présentation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'Soft Skills et IA : les compétences de demain pour les agents centres d'appels' — 15 slides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Présentation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'ISO 9001 v2015 expliqué simplement aux managers' — 12 slides vulgarisées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Présentation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'Pourquoi intégrer l'IA dans votre programme de formation' — 10 slides convaincantes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Analyse critique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Pour chaque présentation : qu'est-ce qui est juste ? qu'est-ce que vous corrigeriez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8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8/78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Pitch Deck Freelance IA — Version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Contenu du pitch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Qui je suis / Mon expertise / Mes offres IA / Mes livrables exemples / Tarifs / Contact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Prompt Gamma précis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Incluez : '15 ans expérience centres d'appels / formatrice / ISO 9001 / freelance IA / ton expert et accessible'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Affiner avec votre expertise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Corrigez les inexactitudes, ajoutez vos exemples concrets, personnalisez le ton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Ce pitch deck sera votre support de prospection — investissez du temps pour le personnaliser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8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8/78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8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Pitch Deck Freelance IA — 20-25 Slides Professionnelles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Votre présentation de positionnement commercial — à envoyer aux prospects et à publier sur LinkedIn.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8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8/78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Prompts en Chaîne — Chain of Thought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Apprenez à décomposer des missions complexes en séquences de prompts enchaînés — créez un module complet.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8 sur 78  |  Phase 1 — Fondations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