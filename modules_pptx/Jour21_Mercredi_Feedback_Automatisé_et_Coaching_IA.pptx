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21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Feedback Automatisé et Coaching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Analyse transcriptions · Feedback structuré · Plan développement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J21/78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Coaching IA — Feedback Personnalisé à l'Échelle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Configurer le Prompt Coach Qualité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Outil Coach Qualité IA Complet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Outil Coach Qualité IA — Feedback + Plan Développement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Coaching IA — Feedback Personnalisé à l'Échelle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Problème du coaching classique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Superviseur : 1 session coaching / semaine / agent = coaching insuffisant pour progresser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Solution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transcription analysée → feedback structuré immédiat → plan de développement personnalisé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dimensions de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Technique (procédure) / Communication / Empathie / Efficacité / Conformité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Ton du feedback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Spécifique / factuel / bienveillant / orienté action — à paramétrer dans votre prompt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Rôle du superviseur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Valide le feedback IA / ajoute la dimension relationnelle / suit le plan de développement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 coaching IA ne remplace pas le superviseur — il lui donne 5x plus de matière à travailler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Un outil de coaching IA bien configuré est l'un des livrables les plus demandés par les responsables CA.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Configurer le Prompt Coach Qualité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Écrire le prompt 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Dimensions analysées / format du feedback / ton / exemples positifs et axes d'amélioration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Tester sur 3 transcriptions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Appliquez votre prompt coach sur les 3 transcriptions créées Jour 13 — comparez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Calibrer le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Ajustez le prompt : trop sévère ? trop vague ? pas assez actionnable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🗂️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Plan de développement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le prompt qui génère un plan de développement 30 jours à partir du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Outil Coach Qualité IA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 d'analyse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Analyse une transcription → feedback 5 dimensions → points forts / axes amélioration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 plan de développement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À partir du feedback → plan d'action 30 jours / 3 objectifs / activités / indicateurs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superviseur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utiliser l'outil / fréquence / comment présenter le feedback à l'agent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Démontrez cet outil à un prospect : 10 minutes de démo = plus convaincant que 10 pages de brochure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Outil Coach Qualité IA — Feedback + Plan Développement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Prompts configurés + guide superviseur — outil différenciateur dans votre offre accompagnement.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Micro-Learning 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une série de 10 modules micro-learning 'Techniques de vente' pour mobile — format 2-5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21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