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72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Assemblage Final — Dossier de Mission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50+ pages · Portfolio référence · Mise en page pro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J72/78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Dossier de Mission — Votre Référence Ultime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Assembler et Mettre en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Dossier de Mission Complet — 50+ Pages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Dossier de Mission Complet — CenterCall France (50+ pages)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Dossier de Mission — Votre Référence Ultime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Contenu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Brief client / rapport diagnostic / PAC / programme formation / outils / présentation CODIR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Table des matières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Structure claire — un lecteur doit trouver n'importe quelle section en 30 secondes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Mise en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Cohérence visuelle / pagination / numérotation des livrables /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Version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Anonymisez le client fictif → 'Client CA Télécom' — prêt à montrer à des prospects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Version complète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Avec nom client fictif + tous les détails — version d'apprentissage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dossier de 50 pages représente l'équivalent de 3 à 6 mois de mission réelle — c'est votre proof of concept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Ce dossier est votre meilleure carte de visite — il prouve par A+B que vous pouvez délivrer une mission complète.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Assembler et Mettre en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Rassembler tous les livrables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Jours 67-71 : brief / diagnostic / PAC / formations / outils / présentation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Rédiger la synthèse 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 pages : la mission en résumé / résultats clés / valeur créée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Mise en page Canva/Word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Table des matières / pagination / couverture professionnelle / cohérence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Relecture finale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relit et identifie les incohérences / manques / formulations à améliorer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Dossier de Mission Complet — 50+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Dossier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Couverture / synthèse / 6 sections / annexes — 50+ pages professionnelles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Version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Anonymisée / prête à montrer / résumé 1 page en couverture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Pitch du dossier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présenter ce dossier en 3 minutes à un prospect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Partagez ce dossier avec 3 personnes de confiance ce weekend — leur feedback est précieux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Dossier de Mission Complet — CenterCall France (50+ pages)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Référence portfolio ultime — équivalent d'une mission réelle de conseil de 6 semaines.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Révision et Auto-Évaluation Finale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13 — révisez tout le programme et préparez l'évaluation finale de certification.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72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