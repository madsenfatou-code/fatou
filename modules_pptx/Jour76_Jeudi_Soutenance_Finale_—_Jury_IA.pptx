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76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Soutenance Finale — Jury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Présenter le portfolio · Défendre les choix · Jury simulé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J76/78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Soutenance — Démonstration de 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Préparer et Simuler la Soutenance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Soutenance Validée — Compte-Rendu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Soutenance Simulée — Compte-Rendu + Présentation Finale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Soutenance — Démonstration de Maîtrise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20 minutes de présentation / 20 minutes de questions / 5 minutes de délibération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Ce que le jury évalue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Maîtrise théorique / qualité des livrables / autonomie / valeur commerciale /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Préparer les questions difficiles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Pourquoi ce prix ? / Si le client refuse ? / Comment vous différenciez-vous ? / Prochaine offre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Expert(e) qui partage son expérience — pas un(e) étudiant(e) qui passe un examen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vision à 2 ans — montrez que vous pensez déjà au-delà de la certification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soutenance réussie n'est pas sans erreurs — c'est une avec des réponses honnêtes et confiantes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Après 76 jours, vous savez plus sur l'IA appliquée à la formation CA que 99% des gens qui se présentent sur ce marché.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Préparer et Simuler la Soutenance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Préparer la présentation 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Portfolio en 5 sections / livrable phare / mission capstone / 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Simuler avec Claude jury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3 experts aux personnalités différentes — questions variées et difficiles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Renforcer les réponses faibles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Identifiez les 3 réponses les plus hésitantes — préparez des réponses plus solides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Deuxième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Seconde soutenance plus fluide — validez la progression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Soutenance Validée — Compte-Rendu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Présentation 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Slides + notes — version finale après 2 simulations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Compte-rendu jury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Feedback Claude : points forts / axes d'amélioration / recommandation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Réponses Q&amp;A finalisées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20 questions avec réponses polies — votre aide-mémoire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Dormez bien ce soir — la certification est demain et vous êtes prête.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Soutenance Simulée — Compte-Rendu + Présentation Finale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2 simulations effectuées + compte-rendu jury IA + présentation finalisée — prête pour la certification.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CERTIFICATION — Évaluation Finale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Demain : évaluation finale. Votre parcours de 78 jours se conclut par la certification TAMOU NEURAL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76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