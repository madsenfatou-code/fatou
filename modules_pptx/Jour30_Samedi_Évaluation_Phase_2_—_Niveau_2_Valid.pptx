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30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Évaluation Phase 2 — Niveau 2 Validé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Quiz · Portfolio · Passage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J30/78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Grille Évaluation — Niveau 2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Quiz Phase 2 — 20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2 — Consolidation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2 — 25 Livrables + 2 Offres Packagées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30/78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Grille Évaluation — Niveau 2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1 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Générer un module formation complet en moins de 3h — testé en conditions réelles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2 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Créer une grille QA appels entrants conforme ISO 9001 — sans aide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3 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Configurer un jeu de rôle IA fonctionnel pour la formation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4 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25 livrables cumulés dans le portfolio — documentés et organisés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5 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Maîtriser 7 outils IA de façon professionnelle et autonome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Score ≥ 60/100 = Niveau 2 validé. Vous passez en Phase 3 : IA × Qualité ISO.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Phase 2 terminée — vous êtes maintenant la référence IA × Formation × Centres d'Appels dans votre région.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30/78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Quiz Phase 2 — 20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Questions 1-5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NLP / analyse sentiment / outils QA IA / scripts adaptatifs / KPIs prédictifs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Questions 6-10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Adaptive learning / jeux de rôle IA / coaching IA / micro-learning / transcription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Questions 11-15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Communication managériale / soft skills IA / recrutement RGPD / motivation / facilitation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Questions 16-20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Présenter 3 offres packagées / décrire 2 livrables à valeur / expliquer votre PVU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30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30/78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Portfolio Phase 2 — Consolidation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25 livrables documentés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livrable : titre / date / valeur commerciale estimée / outils utilisés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2 offres packagées finalisées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Offre 1 Audit Qualité + Offre 2 Formation CA — prêtes à envoyer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Score et plan de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Calculez votre score / identifiez les 2 points à renforcer en 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Vous avez maintenant assez de livrables pour décrocher votre première mission freelance — candidatez 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30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30/78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Portfolio Phase 2 — 25 Livrables + 2 Offres Packagées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Phase 2 complétée. Score ≥ 60/100 = Niveau 2 certifié. Prête pour Phase 3 : IA × Qualité ISO.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30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30/78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Phase 3 — IA × Qualité ISO &amp; Amélioration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Cartographie processus, audits internes, 8D, PDCA IA — vous devenez la référence ISO × IA en France.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30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