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46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Système de Veille IA Automatisé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5 thèmes · Curation · Newsletter hebdomadaire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J46/78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Veille Continue avec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Configurer le Système de Veille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Tableau de Bord Veille IA Opérationnel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Système de Veille IA — 5 Thèmes Automatisés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Veille Continue avec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Pourquoi veiller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évolue toutes les semaines — rester à jour = rester pertinente = maintenir la valeur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5 thèmes de veille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IA générative / Centres d'appels / Formation professionnelle / Qualité-ISO / Freelance-conseil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Outils de veille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Perplexity quotidien / Google Alertes / LinkedIn flux / newsletters spécialisées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Synthèse automatique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lundi : coller les news de la semaine → Claude synthèse + recommandations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Partager la veille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newsletter veille = service à valeur ajoutée pour vos clients et réseau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5 minutes de veille quotidienne &gt; 2 heures de recherche hebdomadaire. La régularité prime.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veille devient un produit : une newsletter mensuelle positionnée expert se monétise 20 à 99€/abonné.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Configurer le Système de Veille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Google Alertes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alertes configurées : 'IA centres appels' / 'formation IA France' / 'ISO 9001 IA' / 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LinkedIn flux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Suivre 20 comptes experts : formateurs IA / consultants CA / AFNOR / éditeurs outils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Template synthèse Notion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Page hebdomadaire : sources lues / insights clés / opportunités / posts LinkedIn potentiels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Workflow Make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lundi 8h : email auto avec liens à lire + espace de synthèse pré-rempli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Tableau de Bord Veille IA Opérationnel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alertes Google actives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Configurées et testées — premières alertes reçues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Template synthèse Notion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Page hebdomadaire prête à remplir — champs structurés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Workflow Make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Rappel hebdomadaire automatique + compilation des 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Dans 4 semaines vous aurez assez de matière pour lancer une newsletter mensuelle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Système de Veille IA — 5 Thèmes Automatisés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Alertes + flux LinkedIn + template Notion + workflow Make — veille permanente sans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Révision et Consolidation Phase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Révisez les points faibles, améliorez vos 2 meilleurs livrables et préparez l'évaluation Phase 3.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46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