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40  —  JEUDI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Suivi Post-Formation Automatisé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Séquence 30 jours · Ancrage mémoriel · Relances intelligentes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Qualité &amp; 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Sem.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J40/78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Le Suivi Post-Formation — La Clé de l'Ancrage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Créer la Séquence de 5 Messages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Programme Suivi Post-Formation Automatisé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Programme Suivi Post-Formation — 5 Messages sur 30 Jours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40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40/78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Le Suivi Post-Formation — La Clé de l'Ancrage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Courbe d'oubli Ebbinghaus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Sans rappel : 50% oublié en 1h / 70% en 24h / 90% en 1 semaine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Répétition espacée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Rappels à J+1 / J+7 / J+14 / J+21 / J+30 — ancrage mémoriel prouvé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Contenu des rappels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Mini-quiz / cas pratique / conseil du jour / ressource complémentaire / défi terrain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IA personnalisation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Rappel adapté au score de l'apprenant — ceux qui ont moins bien réussi reçoivent plus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Make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Séquence configurable une fois → tourne automatiquement pour tous les apprenants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Les formations avec suivi post J+30 ont un taux d'application terrain 3x supérieur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La formation ne finit pas le dernier jour — elle commence. Le suivi est votre valeur ajoutée invisible mais décisive.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40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40/78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Créer la Séquence de 5 Messages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✍️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Message J+1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Récapitulatif des 3 points clés + 1 défi à réaliser aujourd'hui — ton motivant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✍️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Message J+7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Mini-quiz 3 questions sur les concepts clés + correction commentée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✍️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Messages J+14/21/30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Cas pratique terrain / ressource complémentaire / bilan personnel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Automatisation Make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Séquence programmée — déclenchée automatiquement à la fin de chaque formation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40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40/78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Programme Suivi Post-Formation Automatisé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5 messages rédigés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J+1 / J+7 / J+14 / J+21 / J+30 — chacun avec objectif pédagogique clair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Workflow Make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Déclencheur fin formation → séquence automatique de 5 emails sur 30 jours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Rapport de complétion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Dashboard : taux d'ouverture / quiz scores / engagement par message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suivi différencie radicalement votre offre des formations classiques — argument ROI client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40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40/78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40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Programme Suivi Post-Formation — 5 Messages sur 30 Jours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Séquence rédigée + workflow Make + dashboard suivi — valeur ajoutée mesurable incluse dans vos formations.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40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40/78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Intégration No-Code Globale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Connectez tous vos outils en un cockpit freelance cohérent — de la prospection à la facturation.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40 sur 78  |  Phase 3 — Qualité &amp; ISO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