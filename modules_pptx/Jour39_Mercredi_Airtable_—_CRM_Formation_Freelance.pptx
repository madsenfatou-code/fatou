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39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Airtable — CRM Formation Freelance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Base de données · Vues · Automatisations · Cockpit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J39/78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Airtable — La Base de Données Intelligente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le CRM Freelance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CRM Formation Freelance Opérationnel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CRM Formation Freelance — Airtable Opérationnel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39/78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Airtable — La Base de Données Intelligente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Au-delà d'Excel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Airtable = tableur + base de données + automatisations + intégrations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Relations entre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Clients ↔ Missions ↔ Modules ↔ Évaluations — tout est lié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Vues multiples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Vue tableau / calendrier / Kanban / galerie / timeline — même donnée, angles différents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Automatisations natives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Rappels automatiques / emails / mises à jour de statut sans Make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CRM freelance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Prospects / clients / missions / livrables / facturation / suivi — tout en 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CRM bien configuré vous permet de gérer 10 clients simultanément sans perdre de fil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temps est votre ressource la plus précieuse — un CRM IA vous libère 5h/semaine de gestion administrative.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39/78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Construire le CRM Freelance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🗄️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Table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Nom / secteur / contact / statut / CA généré / NPS — vue Kanban par statut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🗄️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Table 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Client lié / type / dates / livrables / statut / montant / facturé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🗄️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Table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Titre / type / durée / public / prix unitaire / utilisations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Relations et vues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Lier les 3 tables / créer vue calendrier missions / vue Kanban prospects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39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39/78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CRM Formation Freelance Opérationnel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tables configurées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Clients + Missions + Modules — toutes reliées et peuplées avec données fictives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5 vues utiles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Kanban prospects / calendrier missions / liste factures / galerie modules / timeline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Automatisations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Rappel 3 jours avant mission / email confirmation livraison / alerte facture impayée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Remplissez le CRM avec vos vraies données — votre cockpit freelance est opérationnel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39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39/78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CRM Formation Freelance — Airtable Opérationnel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Base de données complète + 5 vues + automatisations — gérez 10 clients sans effort.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39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39/78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Suivi Post-Formation Automatisé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Configurez une séquence de 5 messages post-formation automatisés sur 30 jours pour ancrer les acquis.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39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