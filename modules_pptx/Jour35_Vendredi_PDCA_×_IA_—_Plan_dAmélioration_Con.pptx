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TAMOU NEURAL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691640"/>
            <a:ext cx="484632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A623"/>
                </a:solidFill>
              </a:rPr>
              <a:t>JOUR 35  —  VENDREDI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PDCA × IA — Plan d'Amélioration Continue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1868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D3E8"/>
                </a:solidFill>
              </a:rPr>
              <a:t>90 jours · 5 chantiers · 25 actions · Indicateurs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Phase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46177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Qualité &amp; ISO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Sem. 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J35/78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PLANNING DU JOUR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🌅 MATIN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190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09h00–09h45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426464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Le PDCA Accéléré par l'IA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77439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377439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09h45–11h00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724911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Construire le PAC 90 Jours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75887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675887"/>
            <a:ext cx="109728" cy="118872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67327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🌇 APRÈS-MIDI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3159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14h00–16h00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23359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PAC Complet — CA Fictif 90 Jours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974336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974336"/>
            <a:ext cx="109728" cy="118872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065775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📋 LIVRABLE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6144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16h00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LIVRABLE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321807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Plan d'Amélioration Continue 90 jours — CA Fictif Complet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35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35/78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THÉORIE — Le PDCA Accéléré par l'IA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  45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PDCA classique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Plan (planifier) / Do (faire) / Check (vérifier) / Act (ajuster) — cycle vertueux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IA et 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Génération automatique d'actions à partir du diagnostic — priorisation intelligente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IA et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Analyse des données de suivi — détection des écarts et causes en temps réel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438144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IA et 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" y="3721608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Recommandations d'ajustement contextualisées — apprentissage continu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050791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050791"/>
            <a:ext cx="91440" cy="60350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7" y="4096511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Structure PAC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" y="4379976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Chantiers prioritaires / actions / responsables / délais / indicateurs / jalons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709159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709159"/>
            <a:ext cx="91440" cy="60350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7" y="4873751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Un PAC IA-structuré est produit 5x plus vite et intègre automatiquement les meilleures pratiques sectorielles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458968"/>
            <a:ext cx="11521440" cy="56692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550407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💡  Votre valeur dans le PAC : vous connaissez les vrais obstacles humains et organisationnels que l'IA ignore.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35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35/78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EXERCICE — Construire le PAC 90 Jours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  75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109728" cy="13898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Diagnostic de départ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CA fictif : 3 NC identifiées + 2 risques détectés → base du PAC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93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9340" y="1417320"/>
            <a:ext cx="109728" cy="138988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3931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🗂️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2572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5 chantiers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3931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Qualité appels / Formation continue / Processus / Management / Outils — avec Claude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926080"/>
            <a:ext cx="109728" cy="1389888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25 actions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5 actions par chantier : quoi / qui / quand / comment mesurer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93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9340" y="2926080"/>
            <a:ext cx="109728" cy="138988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3931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62572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Tableau de pilotage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3931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Format Notion ou Excel : RAG status / avancement / alertes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35 / 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35/78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PRODUCTION — PAC Complet — CA Fictif 90 Jours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  2h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Document PAC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Introduction / diagnostic / 5 chantiers / 25 actions / planning Gantt / indicateurs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Tableau de pilotage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Outil de suivi hebdomadaire avec RAG et calcul d'avancement automatique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Présentation comité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10 slides Gamma pour présenter le PAC à la direction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557016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Ce PAC est le livrable central de votre Offre 1 Audit Qualité — votre preuve de valeur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35 / 78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35/78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✅  LIVRABLE DU JOUR 35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11521440" cy="13716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Plan d'Amélioration Continue 90 jours — CA Fictif Complet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276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PAC structuré + tableau de pilotage + présentation direction — livrable phare de votre offre conseil.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87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📌  Sauvegardez dans Notion → Portfolio → Phase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017520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09067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Livrable sauvegardé dans Notion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675887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749039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Journal de bord rempli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334256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4074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Meilleur prompt archivé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992624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065776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Niveau de confiance noté /10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35 / 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35/78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DEMAIN — JOUR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Offre SMQ &amp; Amélioration Continue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633472"/>
            <a:ext cx="576072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D3E8"/>
                </a:solidFill>
              </a:rPr>
              <a:t>Assemblez vos livrables de la semaine en votre Offre 2 packagée — SMQ et amélioration continue IA.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4114800"/>
            <a:ext cx="11521440" cy="12801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📋  RAPPELS AVANT DE FERMER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177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 Journal de bord Notion rempli   →   Livrable sauvegardé   →   Niveau confiance /10 noté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3E8"/>
                </a:solidFill>
              </a:rPr>
              <a:t>TAMOU NEURAL PATH  |  Jour 35 sur 78  |  Phase 3 — Qualité &amp; ISO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