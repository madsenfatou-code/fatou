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70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Projet Capstone — Outils et Automatisation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Dashboard qualité · Coaching IA · Évaluations auto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J70/78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Déployer les Outils IA en 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Configurer les 3 Outils CenterCall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Outils IA Configurés pour CenterCall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Outils IA Déployés + Guide Déploiement CenterCall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70/78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Déployer les Outils IA en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Logique de déploiement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Les outils IA ne se larguent pas — ils s'introduisent graduellement avec formation et suivi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outils CenterCall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Dashboard KPI IA / Outil coaching superviseur / Système évaluation automatisé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Change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Résistance probable des superviseurs — présentation bénéfices / pas de contrainte initiale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Formation aux outils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30 minutes par outil suffisent si l'interface est simple et le bénéfice immédiat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Suivi adoption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Métriques d'utilisation / feedback utilisateurs / ajustements rapides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outil non utilisé n'a aucune valeur — l'accompagnement au changement est votre différenciateur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ne livrez pas des outils — vous accompagnez l'adoption. C'est cette posture qui fidélise les clients.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70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70/78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Configurer les 3 Outils CenterCall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Dashboard KPI CenterCall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Adaptez le dashboard Jour 16 aux données et KPIs spécifiques de CenterCall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Outil coaching superviseur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Configurez le prompt coach Jour 21 avec la grille QA et les valeurs CenterCall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Évaluations automatisées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formulaires Typeform adaptés au contexte CenterCall — formations + qualité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Guide déploiement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Procédure de déploiement de chaque outil : qui / comment / dans quel ordre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70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70/78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3 Outils IA Configurés pour CenterCall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Dashboard 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Adapté aux données CenterCall — opérationnel immédiatement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Outil coaching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Configuré avec grille QA CenterCall — prêt à utiliser par les superviseurs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formulaires évaluation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Typés CenterCall — liens actifs et testés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volet démontre votre capacité à personnaliser des outils génériques — compétence commercialement précieuse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70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70/78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70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 Outils IA Déployés + Guide Déploiement CenterCall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Dashboard + coaching IA + évaluations auto + guide — volet outils du capstone.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70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70/78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Projet Capstone — Présentation Direction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Préparez et simulez la présentation de restitution de mission devant le comité de direction CenterCall.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70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