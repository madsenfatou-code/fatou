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33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Non-Conformités et Méthode 8D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Analyse causes racines · 5 Pourquoi · Plans d'action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J33/78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La Méthode 8D Augmentée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Traiter 3 Non-Conformités Fictives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Template 8D IA-assisté + 3 Exemples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Template 8D IA-assisté + Bibliothèque Causes 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33/78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La Méthode 8D Augmentée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8D = 8 Disciplines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D1 Équipe / D2 Problème / D3 Containment / D4 Causes / D5 Actions / D6 Vérification / D7 Prévention / D8 Clôture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IA et D4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Les 5 Pourquoi assistés par IA — l'IA propose des causes probables, vous validez avec le terrain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IA et D5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Génération automatique d'actions correctives avec responsables et délais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Bibliothèque de causes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connaît les causes les plus fréquentes en CA — gain de temps pour le diagnostic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Traçabilité 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8D documenté dans le format requis pour l'audit — automatiquement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8D complet et bien documenté est la preuve la plus forte de votre maîtrise SMQ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La méthode 8D n'a pas de secret pour vous — l'IA vous libère de la mise en forme pour vous concentrer sur le fond.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33/78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Traiter 3 Non-Conformités Fictives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NC1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Taux de réclamations 3 points au-dessus de l'objectif — 8D complet avec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NC2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Module formation initiale non délivré dans les délais ISO — analyse causes +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NC3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Grilles d'évaluation non remplies par 30% des superviseurs — plan de correction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Template 8D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Créez le template réutilisable pour tout type de NC en 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33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33/78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Template 8D IA-assisté + 3 Exemples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Template 8D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 Word/Notion avec les 8 sections — champs à remplir + exemples par 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Bibliothèque causes 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Top 20 causes racines les plus fréquentes en CA — avec facteurs contributifs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8D complétés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Les 3 NC fictives traitées de A à Z — références portfolio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template est vendable en format numérique ou intégré dans votre mission d'audit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33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33/78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Template 8D IA-assisté + Bibliothèque Causes 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Outil de traitement NC complet — 3 exemples concrets inclus pour démonstration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33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33/78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Indicateurs Qualité Prédictifs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Construisez un système d'alertes qualité précoces qui anticipe les dérives avant qu'elles deviennent des problèmes.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33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