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43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Lean × IA — Identifier les Gaspillages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7 Muda · Diagnostic Lean · Plan d'élimination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Sem. 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J43/78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Lean Management Augmenté par l'IA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Diagnostic Lean sur 2 Processus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Diagnostic Lean Formation 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Diagnostic Lean Formation CA — Rapport + Plan d'Actions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43/78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Lean Management Augmenté par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7 gaspillages Muda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Surproduction / Attentes / Transport / Stocks / Mouvements / Défauts / Sur-traitement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Lean en 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Gaspillages typiques : contenu inutile / attentes administratives / reprises / sur-documentation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Lean en 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Escalades évitables / double traitement / temps de mise en attente / formations redondantes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IA et diagnostic 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Analyser un processus décrit → identifier les gaspillages probables → prioriser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Priorité ROI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Éliminer d'abord les gaspillages avec le plus fort impact sur satisfaction client et coût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démarche Lean bien conduite réduit le temps de traitement de 25% sans investissement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Votre œil terrain détecte les gaspillages réels — l'IA les catégorise et les priorise automatiquement.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43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43/78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Diagnostic Lean sur 2 Processus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Processus 1 — Formation initiale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Décrivez le processus actuel → Claude identifie les 7 gaspillages potentiels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Processus 2 — Traitement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Back-office email → analyse Lean → gaspillages + quick wins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Priorisation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Matrice impact/effort : quel gaspillage éliminer en premier pour le meilleur ROI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Plan d'élimination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actions concrètes avec délai et indicateur de résultat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43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43/78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Diagnostic Lean Formation 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7 gaspillages identifiés / niveau d'impact / fréquence / coût estimé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Matrice priorisation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Visuel Canva : impact vs effort — 4 quadrants / actions par quadrant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d'actions 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quick wins / 3 chantiers moyen terme / 2 projets long terme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Le diagnostic Lean est une porte d'entrée commerciale puissante — offrez-le en 'audit flash' gratuit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43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43/78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Diagnostic Lean Formation CA — Rapport + Plan d'Actions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Analyse gaspillages + matrice priorisation + plan d'actions — offre audit flash commercialisable.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43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43/78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Benchmark IA — Rapport Sectoriel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Produisez un rapport de benchmark 'Qualité Formation Centres d'Appels France 2025' avec Perplexity.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43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