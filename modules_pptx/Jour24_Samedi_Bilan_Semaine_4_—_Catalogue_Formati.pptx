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24  —  SAMEDI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Bilan Semaine 4 — Catalogue Formations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Packager · Chiffrer · Préparer le catalogue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C65E"/>
                </a:solidFill>
              </a:rP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IA × Centres d'Appels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C65E"/>
                </a:solidFill>
              </a:rPr>
              <a:t>Sem. 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C65E"/>
                </a:solidFill>
              </a:rPr>
              <a:t>J24/78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Construire un Catalogue de Formations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Inventaire et Assemblage des Modules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Catalogue Formations TAMOU NEURAL PATH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Catalogue Formations Freelance IA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24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24/78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Construire un Catalogue de Formations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Inventaire des modules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Listez tous vos modules créés — durée / public / objectifs / format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Regrouper en programmes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Assembler des modules en parcours cohérents de 1 jour / 2 jours / 3 mois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Tarification formation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Journée présentiel / Module e-learning / Accompagnement retainer — 3 modèles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Qualiopi et 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Si vous êtes ou souhaitez être certifiée Qualiopi — comment intégrer l'IA dans le dossier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Catalogue visuel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Canva : une page par formation — accroche / objectifs / public / durée / prix / contact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Un catalogue structuré multiplie par 3 la conversion des prospects en clients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Vous avez maintenant assez de modules pour construire un catalogue complet — il ne manque que la mise en forme.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24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24/78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Inventaire et Assemblage des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Inventaire complet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Listez tous les modules créés Jours 1-24 avec durée et public cible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🗂️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3 programmes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Assemblez : Programme Agent CA (3 jours) / Manager IA (2 jours) / Formateur IA (2 jours)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Chiffrer chaque formation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TJM × jours + préparation + supports — prix marché pour référence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Mise en page Canva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1 fiche par formation — design cohérent avec votre charte graphique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24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24/78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Catalogue Formations TAMOU NEURAL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Page de couverture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Votre nom / positionnement / accroche / coordonnées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3 fiches formations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Agent CA / Manager IA / Formateur IA — design Canva professionnel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Page tarifs et conditions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Modalités / durées / formats / réductions volume / CGV résumées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Envoyez ce catalogue à 5 contacts ce weekend — feedback = or pour votre développement commercial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24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24/78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24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Catalogue Formations Freelance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3 formations packagées + tarifs — document commercial prêt à diffuser.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24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24/78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Communication Managériale Augmentée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Semaine 5 : créez une bibliothèque de 20 templates de communication managériale pour centres d'appels.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24 sur 78  |  Phase 2 — IA × Centres d'Appels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