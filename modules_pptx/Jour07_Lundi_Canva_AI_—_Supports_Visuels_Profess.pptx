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7  —  LUNDI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Canva AI — Supports Visuels Professionnels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Design IA · Infographies · Supports de 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Fondations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Sem.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J7/78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Canva AI — Design Sans Être Graphiste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Explorer les Fonctionnalités Canva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Support de Formation Complet — 10 Slides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Support de Formation Visuel — Soft Skills Téléphoniques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Canva AI — Design Sans Être Graphiste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Magic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Décrivez ce que vous voulez en texte → Canva génère la mise en page automatiquement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Magic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Générez du texte directement dans vos slides — titres, bullets, descriptions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Redimensionnement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Un design créé une fois → adapté automatiquement à tous les formats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Bibliothèque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Images générées par IA directement intégrées dans vos supports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Usage éthique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Images IA : vérifiez les droits. Canva garantit l'usage commercial de ses générés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support professionnel augmente la valeur perçue de vos formations de 40% selon les apprenants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Canva AI vous donne l'apparence d'une agence de design pour le prix d'un abonnement basique.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Explorer les Fonctionnalités Canva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Magic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Tapez : 'Support formation centres d'appels soft skills professionnel' → générez 5 variantes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Magic 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Dans une slide vide : demandez à Magic Write de rédiger 5 bullets 'Techniques d'écoute active'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🖼️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Génération d'images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Générez 3 images : agent téléphonique professionnel / équipe formation / tableau de bord qualité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Formats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Créez votre design en format Présentation → redimensionnez en Post LinkedIn → Infographie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Support de Formation Complet — 10 Slides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Thème : 'Soft Skills au Téléphone — 7 Techniques'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Slides : titre / objectifs / 7 techniques (1 slide chacune) / synthèse / évaluation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Design unifié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Choisissez 1 palette de couleurs, 1 police — cohérence professionnelle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Visuels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Au moins 3 images générées par IA intégrées dans les slides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Exportez en PDF + PPTX — deux formats pour deux types de clients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Support de Formation Visuel — Soft Skills Téléphoniques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10 slides design professionnel, prêtes à utiliser en présentiel ou distanciel — premier support vendable.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Gamma.app — La Présentation en 60 Secondes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Vous allez générer une présentation complète de 25 slides en moins d'une heure avec Gamma.app.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7 sur 78  |  Phase 1 — Fondations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