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17  —  VENDREDI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Mailing Back-Office et QA Multicanal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Évaluation emails · Chat · Kit QA complet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IA × Centres d'Appels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Sem.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J17/78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Qualité Multicanale — Au-delà du Téléphone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Créer les Grilles Mailing et Chat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Kit QA Multicanal Complet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Kit QA Multicanal — Appels + Emails + Chat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17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17/78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Qualité Multicanale — Au-delà du Téléphone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Mailing back-office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Emails clients : délai de réponse / personnalisation / conformité / qualité rédactionnelle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Chat en ligne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Réactivité / fluidité / cohérence avec le verbal / escalade vers téléphone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Spécificités email vs appel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Email : traçabilité / relecture possible / moins d'urgence / RGPD données écrites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IA et back-office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Catégorisation automatique / suggestion de réponse / contrôle qualité avant envoi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Cohérence omnicanale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Le client attend la même qualité quel que soit le canal — votre rôle de garant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Les entreprises avec QA multicanale ont un NPS 23 points supérieur à celles téléphone seul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Rares sont les formateurs qui maîtrisent la QA multicanale — c'est un vrai différenciateur commercial.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17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17/78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Créer les Grilles Mailing et Chat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Grille email back-office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Critères : délai / objet / personnalisation / clarté / solution proposée / signature / conformité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Grille chat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Critères : réactivité / ton / cohérence / proactivité / escalade appropriée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Cohérence inter-canaux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Prompt pour vérifier qu'un client ayant appelé puis écrit reçoit des réponses cohérentes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Assembler le kit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Regrouper : grille appel J2 + grille email + grille chat + procédure multicanale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17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17/78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Kit QA Multicanal Complet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3 grilles harmonisées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Appels entrants / emails back-office / chat — mêmes dimensions qualité, formats adaptés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Guide d'utilisation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Comment calibrer les évaluateurs / fréquence d'évaluation par canal / seuils d'alerte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Formation évaluateurs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Micro-module 1h pour former les superviseurs à utiliser les 3 grilles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 kit est l'une de vos offres commerciales les plus demandées — packagez-le avec votre tarif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17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17/78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Kit QA Multicanal — Appels + Emails + 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3 grilles harmonisées + guide utilisation + micro-module formation évaluateurs — offre packagée.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17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17/78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Bilan Semaine 3 — Offre Audit Qualité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Assemblez vos livrables en une première offre commerciale packagée et chiffrez-la.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17 sur 78  |  Phase 2 — IA × Centres d'Appels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