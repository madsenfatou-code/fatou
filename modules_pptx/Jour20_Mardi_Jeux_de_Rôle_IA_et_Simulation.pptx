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20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Jeux de Rôle IA et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Client simulé · 10 scénarios · Livret 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J20/78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Simulation IA — Former sans Risque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et Tester 5 Scénarios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Livret de Jeux de Rôle IA — 10 Scénarios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Livret Jeux de Rôle IA — 10 Scénarios Centres d'Appels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Simulation IA — Former sans Risque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Principe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le rôle d'un client — vous ou vos apprenants jouent l'agent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Avantage pédagogique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Pratique illimitée / sans enjeu réel / feedback immédiat / personnalisation maximale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Configuration du persona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Plus le persona est détaillé, plus la simulation est réaliste et formatrice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5 typologies de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Client en colère / impatient / confus / manipulateur / de bonne foi mais exigeant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Débriefing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Après chaque simulation : Claude analyse la performance et donne du feedback structuré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Les simulations IA augmentent la confiance des agents de 47% avant leur première vraie prise d'appel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Un livret de 10 scénarios bien construits vous permet d'animer des formations pratiques sans préparer à chaque fois.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et Tester 5 Scénarios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Scénario 1 — Client en colère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Facture incorrecte / 3e appel / menace de partir — testez la désescalade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Scénario 2 — Client confus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Ne comprend pas sa facture / répète la même question / besoin de pédagogie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Scénario 3 — Client manipulateur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Invente des faits / cherche à obtenir une remise injustifiée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Scénarios 4-5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Client impatient (file d'attente) / Client fidèle mécontent — construisez le prompt vous-même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Livret de Jeux de Rôle IA — 10 Scénarios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5 scénarios restants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Complétez les scénarios 6-10 : résiliation / urgence / recouvrement / vente additionnelle / complexe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Pour chaque scénario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Contexte client / prompt de configuration / objectifs pédagogiques / grille d'observation / débriefing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formateur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animer une session jeux de rôle IA / durée par scénario / variantes possibles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livret est un produit formation clé en main — vendable seul ou inclus dans votre offre 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Livret Jeux de Rôle IA — 10 Scénarios Centres d'Appels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10 scénarios configurés avec prompts, grilles d'observation et guide formateur — prêt à animer.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Feedback Automatisé et Coaching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Configurez un outil Coach Qualité IA qui analyse une transcription et génère un plan de développement personnalisé.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20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