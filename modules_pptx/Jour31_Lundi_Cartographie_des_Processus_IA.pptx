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31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Cartographie des Processus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SIPOC augmenté · Logigrammes · Documentation SMQ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25"/>
                </a:solidFill>
              </a:rPr>
              <a:t>J31/78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Cartographie Processus avec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Cartographier 3 Processus Clés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Cartographies Processus Formatées ISO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Cartographies Processus CA — Format ISO 9001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31/78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Cartographie Processus avec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SIPOC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Suppliers / Inputs / Process / Outputs / Customers — cartographie rapide assistée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Logigramme textuel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la description étape par étape — vous validez et transformez en visuel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Gains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Une cartographie qui prenait 2 jours se produit en 3 heures avec l'IA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ISO 9001 ch.4 &amp;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Approche processus obligatoire — l'IA structure et formate selon les exigences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Processus prioritaires 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Traitement réclamation / Escalade / Monitoring qualité / Intégration nouvel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cartographie claire = base de tout SMQ et de toute démarche d'amélioration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connaissance terrain des processus CA est irremplaçable — l'IA les met en forme 10x plus vite.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31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31/78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Cartographier 3 Processus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Processus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Traitement réclamation client : SIPOC complet avec Claude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Processus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Escalade appel : arbre de décision + logigramme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Processus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Monitoring qualité appels : de l'enregistrement au feedback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Formatez chaque cartographie selon les exigences ISO 9001 v2015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31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31/78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3 Cartographies Processus Formatées ISO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SIPOC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SIPOC par processus — format tableau clair et utilisable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Logigrammes textuels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Description étape par étape avec points de décision et jalons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Fiches processus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Fiche 1 page par processus : propriétaire / indicateurs / risques / documents associés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Ces 3 cartographies constituent la base documentaire d'un SMQ — valeur conseil élevée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31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31/78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Cartographies Processus CA — Format ISO 9001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SIPOC + logigrammes + fiches processus — base documentaire SMQ prête à intégrer.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31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31/78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Audit Interne IA-assisté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plan d'audit interne complet avec check-list de terrain et template de rapport automatisé.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31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