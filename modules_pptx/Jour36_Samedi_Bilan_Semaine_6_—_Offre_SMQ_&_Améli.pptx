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36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Bilan Semaine 6 — Offre SMQ &amp; Amélioration Continue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Packager l'Offre 2 · Étude de cas · Présentation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J36/78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Packager une Offre Conseil Qualité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Construire l'Étude de Cas et l'Offre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Offre 2 Packagée — SMQ &amp; Amélioration Continue 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Offre 2 — SMQ &amp; Amélioration Continue + Étude de Cas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36/78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Packager une Offre Conseil Qualité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Vos livrables de la semaine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3 cartographies / kit audit / template 8D / système alertes / PAC 90 jours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Offre 2 = mission complète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Audit → diagnostic → PAC → accompagnement suivi — 3 à 6 mois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Différenciation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Vous livrez en 3 semaines ce qu'un cabinet fait en 3 mois — et avec plus de précision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Étude de cas fictive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Racontez la mission du début à la fin — le prospect se reconnaît dans l'histoire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Tarification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Mission complète 3 mois : 3000 à 8000€ selon taille du CA — justifiez par les économies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Une offre avec étude de cas se vend 40% plus facilement qu'une offre sans preuve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L'étude de cas fictive est aussi convaincante qu'une vraie référence — elle montre votre méthode en action.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36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36/78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Construire l'Étude de Cas et l'Offre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Étude de 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 fictif de 80 agents : problème / intervention / méthode / résultats chiffrés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Fiche offre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Titre accrocheur / problème client / votre solution / livrables / durée / prix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Présentation Gamma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15 slides : contexte marché / votre approche / livrables / étude de cas / CTA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Email de prospection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Template email pour envoyer l'offre à un responsable qualité ou DG de 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36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36/78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Offre 2 Packagée — SMQ &amp; Amélioration Continue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Étude de cas 3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Narrative complète : avant / pendant / après — résultats quantifiés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Fiche offre 1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Canva design — accroche / livrables / prix / contact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Présentation 15 slides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Gamma — prête à projeter chez un client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Vous avez maintenant 2 offres packagées — assez pour prospecter activement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36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36/78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36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Offre 2 — SMQ &amp; Amélioration Continue + Étude de 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Fiche offre + étude de cas + présentation + email — Offre 2 prête à diffuser.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36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36/78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Introduction à Make — Automatisation No-Code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Semaine 7 : créez votre premier workflow automatisé — formulaire → analyse IA → email feedback personnalisé.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36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