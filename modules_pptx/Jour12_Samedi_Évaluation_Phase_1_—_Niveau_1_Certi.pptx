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12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Évaluation Phase 1 — Niveau 1 Certifié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Quiz complet · Portfolio · Passage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Fondations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Sem.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C65E"/>
                </a:solidFill>
              </a:rPr>
              <a:t>J12/78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Grille d'Évaluation — Niveau 1 Découverte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Quiz Phase 1 — 20 Questions Chrono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1 Finalisé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Portfolio Phase 1 — 10 Livrables + Score /100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Grille d'Évaluation — Niveau 1 Découverte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1 /20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Écrire un prompt RCTF efficace sans aide — testé sur 2 cas inédits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2 /20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Utiliser Claude, ChatGPT, Perplexity, Notion, Canva de façon autonome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3 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Expliquer les risques RGPD à un client — simulé avec Claude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4 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Portfolio de 10 livrables professionnels documentés et organisés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5E"/>
                </a:solidFill>
              </a:rPr>
              <a:t>Critère 5 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Identifier les erreurs dans une réponse IA sur votre domaine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Score ≥ 60/100 = Niveau 1 validé → Phase 2 autorisée. Score &lt; 60 = révision ciblée 1 jour.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L'évaluation n'est pas un examen — c'est une mesure honnête pour cibler les révisions utiles.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Quiz Phase 1 — 20 Questions Chrono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Questions 1-5 : 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LLM / tokens / paramètres / hallucinations / RGPD — 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Questions 6-10 : Outils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/ ChatGPT / Perplexity / Notion / Canva — 5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Questions 11-15 : Pratique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Écrire 2 prompts RCTF / corriger une erreur IA — 10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Questions 16-20 :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Présenter 3 livrables, expliquer leur valeur ajoutée — 10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Portfolio Phase 1 Finalisé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Organiser les 10 livrables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livrable : titre / date / outils utilisés / valeur commerciale estimée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Calculer votre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Remplissez la grille d'évaluation honnêtement — corrigez avec Claude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de révision si besoin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Score &lt; 60 : identifiez les 2 points faibles, planifiez 1 journée de révision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Célébrez ! En 2 semaines vous avez produit 10 livrables professionnels avec l'IA — c'est remarquable.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Portfolio Phase 1 — 10 Livrables + Score 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Phase 1 complétée. Score ≥ 60/100 = prête pour la Phase 2 : IA × Centres d'Appels.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Phase 2 — IA × Centres d'Appels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Analyse de sentiment, NLP, outils QA IA — vous devenez la référence IA qualité centres d'appels.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12 sur 78  |  Phase 1 — Fondations 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