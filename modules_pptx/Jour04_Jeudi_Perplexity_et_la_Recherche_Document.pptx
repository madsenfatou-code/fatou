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4  —  JEUDI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Perplexity et la Recherche Documentaire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Veille sectorielle · Sources citées ·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Fondations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Sem.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J4/78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Perplexity vs Claude — Deux Usages Différents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Recherches Sectorielles Guidées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Rapport de Veille Sectorielle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Rapport de Veille : IA × Centres d'Appels France 2025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Perplexity vs Claude — Deux Usages Différents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Claude / ChatGPT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Génèrent du contenu à partir de leurs connaissances — pas de connexion internet en temps réel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Perplexity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Se connecte à internet, cite ses sources, idéal pour la recherche et la veille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Quand utiliser Perplexity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Benchmarks sectoriels / actualités IA / statistiques récentes / tendances marché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Quand utiliser Claude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Rédaction / conception formation / analyse / prompts complexes en plusieurs étapes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Vérification croisée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Perplexity pour trouver les faits → Claude pour les mettre en forme et analyser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Combinés, ces deux outils couvrent 90% de vos besoins de contenu professionnel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Perplexity est votre outil de veille automatisé — 1h de recherche manuelle = 5 minutes avec Perplexity.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Recherches Sectorielles Guidées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Recherche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'IA dans les centres d'appels France 2024 2025' — notez les 5 informations les plus utiles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Recherche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'Formation professionnelle intelligence artificielle tendances AFNOR' — quelles opportunités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Recherche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'Outils IA qualité centre d appels analyse sentiment' — liste des solutions disponibles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Recherche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'Freelance formation IA tarifs France 2024' — benchmark tarifaire de votre futur marché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Rapport de Veille Sectorielle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Synthèse Perplexity → 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Copiez vos recherches Perplexity. Demandez à Claude d'en faire une synthèse structurée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Rapport 5-7 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Titre / Contexte / Tendances clés / Opportunités pour formateurs freelance / Conclusion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Mise en forme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Exportez ou copiez dans Notion avec mise en page propre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rapport peut être transformé en article LinkedIn — première étape de votre personal branding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Rapport de Veille : IA × Centres d'Appels France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Document 5-7 pages avec sources — positionnement d'expert et base de prospection commerciale.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Google NotebookLM — Votre Expert ISO Personnel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Chargez la norme ISO 9001 et interrogez-la comme un expert — créez votre fiche synthèse vulgarisée.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4 sur 78  |  Phase 1 — Fondations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