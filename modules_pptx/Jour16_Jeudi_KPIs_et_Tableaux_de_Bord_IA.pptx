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16  —  JEUDI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KPIs et Tableaux de Bord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Performance agents · Alertes prédictives · Dashboard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C60"/>
                </a:solidFill>
              </a:rP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IA × Centres d'Appels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C60"/>
                </a:solidFill>
              </a:rPr>
              <a:t>Sem. 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C60"/>
                </a:solidFill>
              </a:rPr>
              <a:t>J16/78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KPIs Centres d'Appels × 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Construire les Indicateurs et Seuils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Dashboard KPI IA-Augmenté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Dashboard KPI Centres d'Appels IA-Augmenté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16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16/78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KPIs Centres d'Appels × IA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C60"/>
                </a:solidFill>
              </a:rPr>
              <a:t>KPIs fondamentaux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DMT / Taux de décroché / FCR (First Call Resolution) / Taux d'abandon / NPS / Taux conformité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C60"/>
                </a:solidFill>
              </a:rPr>
              <a:t>KPIs qualité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Score qualité moyen / Taux de non-conformité / Conformité charte / Escalades évitées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C60"/>
                </a:solidFill>
              </a:rPr>
              <a:t>KPIs formation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Taux de progression post-formation / Ancrage mémoriel J+30 / Application terrain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C60"/>
                </a:solidFill>
              </a:rPr>
              <a:t>IA prédictive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L'IA détecte les tendances avant qu'elles deviennent des problèmes — alertes précoces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096511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C60"/>
                </a:solidFill>
              </a:rPr>
              <a:t>Dashboard intelligent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79976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Seuils d'alerte automatiques / visualisation tendances / recommandations contextuelles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Un dashboard IA bien configuré = 30% de temps de reporting économisé pour les superviseurs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Vous connaissez les KPIs — l'IA les surveille en continu et vous alerte. Vous interprétez et décidez.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16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16/78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Construire les Indicateurs et Seuils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Sélectionner 10 KPIs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Avec Claude : choisissez les 10 KPIs les plus pertinents pour votre type de CA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⚠️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4560"/>
                </a:solidFill>
              </a:rPr>
              <a:t>Définir les seuils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Pour chaque KPI : seuil vert / orange / rouge + cause probable par niveau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Recommandations auto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Pour chaque passage en rouge : quelle action recommander automatiquement 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Maquetter le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Canva : tableau de bord visuel avec codes couleur, jauges, tendances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16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16/78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Dashboard KPI IA-Augmenté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Template Canva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Dashboard 1 page : 10 KPIs / codes couleur / zones alerte / espace commentaires superviseur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Fiche d'interprétation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Guide d'utilisation : comment lire le dashboard / quand escalader / quoi faire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Prompt de mise à jour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Prompt Claude pour analyser nouvelles données et mettre à jour les recommandations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Ce dashboard est un livrable clé de votre offre d'accompagnement — montrez-le à chaque prospect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16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16/78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Dashboard KPI Centres d'Appels IA-Augmenté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Template visuel Canva + fiche interprétation + prompt de mise à jour — outil clé de votre offre conseil.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16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16/78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Mailing Back-Office et QA Multicanal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Créez votre kit complet d'évaluation qualité multicanal : appels + emails + chat.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16 sur 78  |  Phase 2 — IA × Centres d'Appels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