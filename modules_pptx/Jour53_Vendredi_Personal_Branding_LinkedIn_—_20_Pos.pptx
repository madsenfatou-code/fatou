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53  —  VENDREDI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Personal Branding LinkedIn — 20 Posts Prêts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Profil optimisé · Calendrier 30 jours · Audience expert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C60"/>
                </a:solidFill>
              </a:rPr>
              <a:t>Phase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Freelance 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C60"/>
                </a:solidFill>
              </a:rPr>
              <a:t>Sem. 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C60"/>
                </a:solidFill>
              </a:rPr>
              <a:t>J53/78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LinkedIn pour Expert Freelance — Stratégie Avancée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Optimiser Profil + Créer 20 Posts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Profil LinkedIn + 20 Posts Prêts à Publier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Profil LinkedIn Optimisé + 20 Posts Prêts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53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53/78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LinkedIn pour Expert Freelance — Stratégie Avancée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Profil = vitrine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Titre / résumé / expériences reformulés avec IA — 3x plus de vues en 30 jours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20 formats efficaces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Astuce / liste / coulisses / avant-après / cas client / poll / carrousel / vidéo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Algorithme 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Commentaires &gt; Partages &gt; Likes / premières 60 min critiques / réseau proche prime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Votre angle unique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IA + Formation + CA + ISO = 0 concurrent direct sur ce positionnement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Régularité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3 posts/semaine pendant 3 mois = audience de 500+ followers qualifiés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Un follower qualifié sur LinkedIn vaut 10x un abonné généraliste — construisez petit mais solide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Votre expertise de 15 ans + 2 mois d'IA pratique vous donne plus de légitimité que 95% des 'experts IA' LinkedIn.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53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53/78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Optimiser Profil + Créer 20 Posts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Optimiser le profil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Titre / résumé / expériences / compétences — tout mis à jour avec votre PVU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✍️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10 posts semaines 10-11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5 posts expertise CA / 3 posts IA pratique / 2 posts ISO — rédigés avec Claude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✍️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10 posts semaines 12-13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5 posts témoignages outils / 3 posts tips / 2 posts coulisses formation — planifiés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Calendrier éditorial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Date / thème / format / objectif / hashtags — 20 lignes dans Notion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53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53/78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Profil LinkedIn + 20 Posts Prêts à Publier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Profil optimisé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Titre accrocheur + résumé PVU + photo pro + bannière Canva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20 posts rédigés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Variété de formats et thèmes — prêts à copier-coller avec image si besoin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Calendrier Notion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Planning visuel des 20 prochains posts — ne jamais manquer une publication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Publiez le premier post aujourd'hui — chaque semaine sans publication est une semaine perdue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53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53/78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53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Profil LinkedIn Optimisé + 20 Posts Prêts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Vitrine professionnelle + 30 jours de contenu prêt — visibilité immédiate sur votre marché cible.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53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53/78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Lead Magnet — Guide PDF Gratuit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Créez un guide PDF gratuit '5 façons dont l'IA améliore votre centre d'appels' pour attirer vos clients idéaux.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53 sur 78  |  Phase 4 — Freelance 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