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33172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13432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56692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EEEE"/>
                </a:solidFill>
              </a:rPr>
              <a:t>Formation Initiale Module — Fundraising Téléphonique UNICEF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14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DDDD"/>
                </a:solidFill>
              </a:rPr>
              <a:t>BOOK J1  ·  Journée 1  ·  UNICEF France × SHY-Performance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23444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Fondations &amp; 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9385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EEEE"/>
                </a:solidFill>
              </a:rPr>
              <a:t>Votre identité de fundraiser · La cause · Votre raison d'agir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Journée 1 — Ce que vous allez vivre aujourd'hui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291007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868680"/>
            <a:ext cx="27454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IMMERSION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152144"/>
            <a:ext cx="2910078" cy="4242816"/>
          </a:xfrm>
          <a:prstGeom prst="rect">
            <a:avLst/>
          </a:prstGeom>
          <a:solidFill>
            <a:srgbClr val="FFFFFF"/>
          </a:solidFill>
          <a:ln w="1524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225296"/>
            <a:ext cx="270891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Témoignage bénéficiaire UNICEF.
Notez ce que vous ressentez.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2686" y="822960"/>
            <a:ext cx="2910078" cy="3291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4126" y="868680"/>
            <a:ext cx="27454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ÉCHANGE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2686" y="1152144"/>
            <a:ext cx="2910078" cy="4242816"/>
          </a:xfrm>
          <a:prstGeom prst="rect">
            <a:avLst/>
          </a:prstGeom>
          <a:solidFill>
            <a:srgbClr val="FFFFFF"/>
          </a:solidFill>
          <a:ln w="1524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2414" y="1225296"/>
            <a:ext cx="270891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En groupe : 'Qu'est-ce qui vous
a le plus touché ?'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1052" y="822960"/>
            <a:ext cx="2910078" cy="329184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2492" y="868680"/>
            <a:ext cx="27454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APPORT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31052" y="1152144"/>
            <a:ext cx="2910078" cy="4242816"/>
          </a:xfrm>
          <a:prstGeom prst="rect">
            <a:avLst/>
          </a:prstGeom>
          <a:solidFill>
            <a:srgbClr val="FFFFFF"/>
          </a:solidFill>
          <a:ln w="1524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0780" y="1225296"/>
            <a:ext cx="270891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Mission UNICEF · KPI FIDELIS
Nomenclature · Organisation journée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9418" y="822960"/>
            <a:ext cx="2910078" cy="32918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50858" y="868680"/>
            <a:ext cx="27454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MISE EN PRATIQUE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9418" y="1152144"/>
            <a:ext cx="2910078" cy="4242816"/>
          </a:xfrm>
          <a:prstGeom prst="rect">
            <a:avLst/>
          </a:prstGeom>
          <a:solidFill>
            <a:srgbClr val="FFFFFF"/>
          </a:solidFill>
          <a:ln w="1524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9146" y="1225296"/>
            <a:ext cx="270891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Pitch mission 60 secondes
à votre binôme — sans notes.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577840"/>
            <a:ext cx="11640312" cy="274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5623559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À retenir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870448"/>
            <a:ext cx="3843528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5907024"/>
            <a:ext cx="3715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✔ Pitch mission 60s validé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54423" y="5870448"/>
            <a:ext cx="3843528" cy="530352"/>
          </a:xfrm>
          <a:prstGeom prst="rect">
            <a:avLst/>
          </a:prstGeom>
          <a:solidFill>
            <a:srgbClr val="F0F7F7"/>
          </a:solidFill>
          <a:ln w="762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64152" y="5907024"/>
            <a:ext cx="3715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✔ Quiz 5Q UNICEF (seuil 60%)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34528" y="5870448"/>
            <a:ext cx="3843528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44256" y="5907024"/>
            <a:ext cx="3715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✔ 3 lignes livret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L'UNICEF &amp; La Cause — Vos Arguments de Conviction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1920240" cy="10058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84124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1946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41732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EEE"/>
                </a:solidFill>
              </a:rPr>
              <a:t>Fondation UNICEF (ONU)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9424" y="822960"/>
            <a:ext cx="1920240" cy="10058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40864" y="84124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40864" y="141732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EEE"/>
                </a:solidFill>
              </a:rPr>
              <a:t>pays présents dans le monde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4528" y="822960"/>
            <a:ext cx="1920240" cy="10058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5968" y="84124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141732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EEE"/>
                </a:solidFill>
              </a:rPr>
              <a:t>enfants du monde vaccinés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822960"/>
            <a:ext cx="1920240" cy="10058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84124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92g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141732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EEE"/>
                </a:solidFill>
              </a:rPr>
              <a:t>poids sachet RUTF malnutrition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74736" y="822960"/>
            <a:ext cx="1920240" cy="10058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6176" y="84124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 princ.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141732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EEE"/>
                </a:solidFill>
              </a:rPr>
              <a:t>Humanité · Impartialité · Neutralité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49840" y="822960"/>
            <a:ext cx="1920240" cy="10058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0" y="84124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9 CU/H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141732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EEE"/>
                </a:solidFill>
              </a:rPr>
              <a:t>votre objectif quotidien minimum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011680"/>
            <a:ext cx="11640312" cy="65836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79" y="2084832"/>
            <a:ext cx="11365992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La cause : Malnutrition aigüe sévère — 1 enfant meurt de faim toutes les 11 secondes.
Les sachets RUTF (92g) permettent à un enfant malnutri de guérir en 6 à 8 semaines.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788920"/>
            <a:ext cx="11640312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2862072"/>
            <a:ext cx="11365992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Posture vocale : Sourire audible dès le mot 'Bonjour' · Débit posé · Ton chaleureux
Vous représentez l'UNICEF — votre conviction doit être sincère et perceptible.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547872"/>
            <a:ext cx="1920240" cy="10058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" y="3566160"/>
            <a:ext cx="17739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CU/H ≥ 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" y="4078224"/>
            <a:ext cx="1773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EEE"/>
                </a:solidFill>
              </a:rPr>
              <a:t>Contacts Utiles/h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49424" y="3547872"/>
            <a:ext cx="1920240" cy="10058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22576" y="3566160"/>
            <a:ext cx="17739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TX Transfo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22576" y="4078224"/>
            <a:ext cx="1773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EEE"/>
                </a:solidFill>
              </a:rPr>
              <a:t>% PEL+PA parmi CU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24528" y="3547872"/>
            <a:ext cx="1920240" cy="10058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80" y="3566160"/>
            <a:ext cx="17739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PDC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4078224"/>
            <a:ext cx="1773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EEE"/>
                </a:solidFill>
              </a:rPr>
              <a:t>Plan de Charge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99632" y="3547872"/>
            <a:ext cx="1920240" cy="10058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72784" y="3566160"/>
            <a:ext cx="17739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72784" y="4078224"/>
            <a:ext cx="1773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EEE"/>
                </a:solidFill>
              </a:rPr>
              <a:t>Accepte le PA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74736" y="3547872"/>
            <a:ext cx="1920240" cy="10058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47888" y="3566160"/>
            <a:ext cx="17739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INDÉCIS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47888" y="4078224"/>
            <a:ext cx="1773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EEE"/>
                </a:solidFill>
              </a:rPr>
              <a:t>À relancer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149840" y="3547872"/>
            <a:ext cx="1920240" cy="10058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22992" y="3566160"/>
            <a:ext cx="17739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REFUS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22992" y="4078224"/>
            <a:ext cx="1773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EEE"/>
                </a:solidFill>
              </a:rPr>
              <a:t>Refuse définitivement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4681728"/>
            <a:ext cx="11640312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79" y="4754880"/>
            <a:ext cx="11365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Organisation journée : 9h30–17h30 · 6h40 production effective · Conquête vs Fidélisation/Réactivation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0" y="1097280"/>
            <a:ext cx="3931920" cy="3931920"/>
          </a:xfrm>
          <a:prstGeom prst="ellipse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20116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</a:rPr>
              <a:t>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801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Merci à Tous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060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EEEE"/>
                </a:solidFill>
              </a:rPr>
              <a:t>Votre engagement fait la différence pour les enfants du monde entier.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46120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DDDD"/>
                </a:solidFill>
              </a:rPr>
              <a:t>BOOK J1  ·  Journée 1  ·  UNICEF France × SHY-Performance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49039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AADDDD"/>
                </a:solidFill>
              </a:rPr>
              <a:t>« Le refus d'aujourd'hui peut être le don de demain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572000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DDDD"/>
                </a:solidFill>
              </a:rPr>
              <a:t>SHY-Performance  ·  Formation FIM  ·  UNICEF France  ·  V7-01062026SHY-TE</a:t>
            </a:r>
          </a:p>
        </p:txBody>
      </p:sp>
      <p:pic>
        <p:nvPicPr>
          <p:cNvPr id="12" name="Picture 11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5120640"/>
            <a:ext cx="914400" cy="8961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0" y="6035040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