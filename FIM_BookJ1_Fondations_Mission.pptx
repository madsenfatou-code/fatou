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2275114" cy="1005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1
FONDATIONS &amp;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Mission, KPIs, Nomenclature &amp; Script d'Accroche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pic>
        <p:nvPicPr>
          <p:cNvPr id="17" name="Picture 1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115" y="5212080"/>
            <a:ext cx="2895600" cy="12801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Mission &amp; Finalité de la Campagne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Finalité officielle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obtenir des prélèvements automatiques réguliers (PA)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Permettre à l'UNICEF de CONTINUER son action humanitaire sur le terrain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AUGMENTER durablement le taux de dons pour la lutte contre la malnutrition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L'UNICEF intervient dans 190 pays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75 ans d'action humanitaire depuis 1946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Chaque don finance directement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sachets RUTF, vaccins, eau potable, protection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Campagne opérée par SHY-Performance, mandatée par FIDELIS pour l'UNICEF France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(1/2)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CU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Contact Utile : appel de plus de 60 secondes correctement qualifié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CU/H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Contacts Utiles par Heure : mesure de la productivité horaire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Taux de Transformation : % de PEL ou PA parmi les CU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PDC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Plan de Charge : volume mensuel de CU à produire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Automatique : don mensuel régulier du donateur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PEL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En Ligne : validation PA via formulaire en ligne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le contact accepte le prélèvement automatique régulier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Maîtriser ces termes avant le premier appel — évalués au Quiz J5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(2/2)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INDÉCIS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contact intéressé mais n'a pas validé son don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REFUS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contact ne souhaite pas soutenir l'UNICEF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NON CONTACTÉ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appel &lt; 60 secondes ou pas d'identification réelle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ABSENT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répondeur, NRP, raccroché sans identification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CONQUÊTE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appeler pour la 1ère fois des prospects non encore donateurs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FIDÉLISATION / RÉACTIVATION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relancer d'anciens donateurs ou contacts indécis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50% de la qualité Fidelis repose sur une qualification CONFORME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1 — Contacts Utiles par Heure (CU/H)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Définition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nombre de contacts utiles réalisés en une heure de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Objectif minimum : 9 CU/H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seuil de performance attendu par Fidelis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Mesure la productivité horaire du fundraiser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Un appel est Utile (CU) s'il dure plus de 60 secondes et est correctement qualifié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En dessous de 9 CU/H → identifier les blocages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tempo, transitions, décrochage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Suivi en temps réel sur l'outil CRM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visible par le superviseur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9 CU/H minimum — sous ce seuil, un accompagnement superviseur est déclenché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2 &amp; 3 — Taux de Transformation &amp; Plan de Charge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% de PEL ou PA obtenus parmi les Contacts Utiles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cible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défini par l'association selon la campagne en cours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Un TX Transfo élevé = argumentation efficace + bon traitement des objections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PDC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Plan de Charge : volume mensuel global de CU à produire par l'équipe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 PDC est calculé par Fidelis en fonction des objectifs campagne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Pilotage collectif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chaque fundraiser contribue au PDC de l'équipe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2 Types d'Opérations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362956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LA CONQUÊTE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Appeler pour la 1ère fois des prospects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Présenter les missions de l'UNICEF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Convaincre d'adhérer à la cause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Inciter au soutien : PA en ligne ou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conquête PA ou conquête DON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8484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4476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508760"/>
            <a:ext cx="5362956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FIDÉLISATION / RÉACTIVATION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8796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Relancer d'anciens donateurs ou contacts indécis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Maintenir et renforcer l'engagement existant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Réactiver les donateurs inactifs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Proposer une augmentation du montant du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fidélisation ou réactivation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🎯 CONQUÊTE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Nouveaux donateurs à convertir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538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4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♻️ RÉACTIVATION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Anciens donateurs à relancer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356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💡 OBJECTIF COMMUN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 Produit — RÈGLE D'OR DE LA CAMPAGNE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SEUL le prélèvement automatique régulier (PA) est proposé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Aucun don ponctuel — uniquement le PA mensuel régulier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A — Prélèvement À CHAUD : IBAN recueilli en direct lors de l'appel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B — PA en ligne en direct : guider le donateur sur unicef.fr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C — Promesse PA en ligne : engagement + rappel prévu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D — PA Courrier (exceptionnel) : autorisation par courrier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Paliers proposés : 10€ / 15€ / 20€ par mois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Rappel déduction fiscale : 15€/mois = 3,75€ réels après déduction à 75%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Les 5 Règles Officielles de l'Accroche — RÈGLE D'OR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1 — Dire 'Allô ?' et attendre la réponse : ne jamais parler en premier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2 — Identifier le genre : voix masculine → M. / voix féminine → Mme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3 — Annoncer l'enregistrement de l'appel à des fins de qualité et formation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4 — Se présenter : prénom + pour l'UNICEF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5 — Accroche cause : 'Je suppose que vous connaissez bien l'UNICEF ?'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Ces 5 règles sont OBLIGATOIRES — leur non-respect constitue une faute qualité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Organisation de la Journée de Production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Prise de poste + briefing équipe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9h45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Début de la production téléphonique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11h00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matin (15 min)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13h00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déjeuner (1 heure)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14h00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Reprise de la 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15h30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après-midi (15 min)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17h15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Fin de production + débriefing superviseur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Fin de journée officielle | Durée production effective : 6h40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Le refus d'aujourd'hui
peut être le don de demain.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Fundraiser SHY-Performance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47" y="5029200"/>
            <a:ext cx="3309257" cy="1463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