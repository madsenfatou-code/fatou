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377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7782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DDDD"/>
                </a:solidFill>
              </a:rPr>
              <a:t>BOOK 1  ·  Synopsis &amp; Objectifs  ·  SHY-Performance × FIDELIS ×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887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</a:rPr>
              <a:t>Vos Objectifs de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202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Ce que vous saurez faire à l'issue des 5 jours + 2 ateliers FIM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À l'issue de ces 7 jours, vous serez capable de conduire un appel de collecte de dons
au nom de l'UNICEF, de la phrase d'accroche jusqu'à la validation du Prélèvement Automatique.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Vos 3 Dimensions de Compétence — SAVOIR / SAVOIR-FAIRE / SAVOIR-ÊTRE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3822191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SAVOIR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097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EE"/>
                </a:solidFill>
              </a:rPr>
              <a:t>Connaissance de la cause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16736"/>
            <a:ext cx="3822191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371600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Présenter l'UNICEF, sa mission, son histoire (75 ans, 190 pays)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792224"/>
            <a:ext cx="3822191" cy="457200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1847088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Expliquer la malnutrition aigüe sévère et le rôle des sachets RUTF (92g)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67712"/>
            <a:ext cx="3822191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322576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Situer le secteur associatif (Loi 1901, Comité de la Charte, Bloctel, RGPD)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3822191" cy="457200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798064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Citer les arguments de légitimité UNICEF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18688"/>
            <a:ext cx="3822191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273552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Connaître les 3 principes humanitaires fondamentaux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94176"/>
            <a:ext cx="3822191" cy="457200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749039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Comprendre Conquête vs Fidélisation/Réactivation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804672"/>
            <a:ext cx="3822191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SAVOIR-FAIRE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1097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EE"/>
                </a:solidFill>
              </a:rPr>
              <a:t>Technique d'appel &amp; qualification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1316736"/>
            <a:ext cx="3822191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1371600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Appliquer les 5 règles officielles de l'accroche téléphonique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1792224"/>
            <a:ext cx="3822191" cy="457200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1847088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Conduire le script officiel UNICEF en 7 étapes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2267712"/>
            <a:ext cx="3822191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2322576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Qualifier chaque appel selon la nomenclature FIDELIS (DON/INDÉCIS/REFUS)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2743200"/>
            <a:ext cx="3822191" cy="457200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2798064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Gérer les 4 modes de validation du don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3218688"/>
            <a:ext cx="3822191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3273552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Traiter les 15 objections types par la méthode AAR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3694176"/>
            <a:ext cx="3822191" cy="457200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3749039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Atteindre l'objectif de 9 CU/H minimum en production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804672"/>
            <a:ext cx="3822191" cy="47548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SAVOIR-ÊTRE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1097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EE"/>
                </a:solidFill>
              </a:rPr>
              <a:t>Posture &amp; conviction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1316736"/>
            <a:ext cx="3822191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7" y="1371600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Maintenir un ton chaleureux, souriant et naturel tout au long de l'appel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1792224"/>
            <a:ext cx="3822191" cy="457200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1847088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Gérer les objections sensibles avec calme et professionnalisme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2267712"/>
            <a:ext cx="3822191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2322576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Transmettre une conviction sincère pour la mission UNICEF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2743200"/>
            <a:ext cx="3822191" cy="457200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7" y="2798064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Intégrer le mantra : «Le refus d'aujourd'hui peut être le don de demain»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218688"/>
            <a:ext cx="3822191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7" y="3273552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Adopter une posture de représentant digne de la cause humanitaire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694176"/>
            <a:ext cx="3822191" cy="457200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9327" y="3749039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• Respecter systématiquement les règles éthiques du secteur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Indicateurs de Performance — Nomenclature FIDELIS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932688" cy="2743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841248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804672"/>
            <a:ext cx="2990088" cy="2743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9304" y="841248"/>
            <a:ext cx="2898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Libellé complet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804672"/>
            <a:ext cx="5212080" cy="2743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84124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Définition opérationnelle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472" y="804672"/>
            <a:ext cx="2423160" cy="2743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84124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Objectif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097280"/>
            <a:ext cx="932688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" y="1188720"/>
            <a:ext cx="841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CU/H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1097280"/>
            <a:ext cx="29900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1188720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050"/>
                </a:solidFill>
              </a:rPr>
              <a:t>Contacts Utiles / Heure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097280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170432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Nombre de contacts qualifiés par heure de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91472" y="1097280"/>
            <a:ext cx="24231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2912" y="1234439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≥ 9 CU/H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709928"/>
            <a:ext cx="932688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1801368"/>
            <a:ext cx="841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TX Transfo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34440" y="1709928"/>
            <a:ext cx="2990088" cy="594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1801368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050"/>
                </a:solidFill>
              </a:rPr>
              <a:t>Taux de Transformation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1709928"/>
            <a:ext cx="5212080" cy="594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178308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% de PEL/PA obtenus parmi les Contacts Utiles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91472" y="1709928"/>
            <a:ext cx="24231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82912" y="1847088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Cible FIDELIS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322576"/>
            <a:ext cx="932688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2414016"/>
            <a:ext cx="841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PDC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34440" y="2322576"/>
            <a:ext cx="29900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2414016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050"/>
                </a:solidFill>
              </a:rPr>
              <a:t>Plan de Charge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22576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239572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Volume mensuel de dons réguliers FIDELIS ×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91472" y="2322576"/>
            <a:ext cx="24231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82912" y="2459736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Volume défini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935224"/>
            <a:ext cx="932688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3026664"/>
            <a:ext cx="841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440" y="2935224"/>
            <a:ext cx="2990088" cy="594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25880" y="3026664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050"/>
                </a:solidFill>
              </a:rPr>
              <a:t>Promesse En Ligne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0" y="2935224"/>
            <a:ext cx="5212080" cy="594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3008376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Contact ayant accepté de valider son don en ligne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91472" y="2935224"/>
            <a:ext cx="24231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82912" y="3072384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Comptabilisé TX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547872"/>
            <a:ext cx="932688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3639312"/>
            <a:ext cx="841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440" y="3547872"/>
            <a:ext cx="29900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25880" y="3639312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050"/>
                </a:solidFill>
              </a:rPr>
              <a:t>Prélèvement Automatique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60" y="3547872"/>
            <a:ext cx="5212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3621024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Don régulier sécurisé par mandat SEPA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91472" y="3547872"/>
            <a:ext cx="24231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82912" y="3685032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Produit unique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60520"/>
            <a:ext cx="932688" cy="5943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4251959"/>
            <a:ext cx="841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Qualif.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34440" y="4160520"/>
            <a:ext cx="2990088" cy="594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25880" y="4251959"/>
            <a:ext cx="2852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050"/>
                </a:solidFill>
              </a:rPr>
              <a:t>Conformité des qualifications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4160520"/>
            <a:ext cx="5212080" cy="5943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4233672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Qualifications correctes DON/INDÉCIS/REFUS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91472" y="4160520"/>
            <a:ext cx="2423160" cy="594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82912" y="4297680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≥ 50% qualité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Book 1 — Synopsis &amp; Objectifs · Formation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DDDD"/>
                </a:solidFill>
              </a:rPr>
              <a:t>SHY-Performance  ·  Formation FIM  ·  UNICEF France  ·  V6-01062026SHY-TE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